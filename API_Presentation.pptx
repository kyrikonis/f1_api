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1" r:id="rId1"/>
  </p:sldMasterIdLst>
  <p:notesMasterIdLst>
    <p:notesMasterId r:id="rId13"/>
  </p:notesMasterIdLst>
  <p:sldIdLst>
    <p:sldId id="256" r:id="rId2"/>
    <p:sldId id="257" r:id="rId3"/>
    <p:sldId id="258" r:id="rId4"/>
    <p:sldId id="259" r:id="rId5"/>
    <p:sldId id="260" r:id="rId6"/>
    <p:sldId id="261" r:id="rId7"/>
    <p:sldId id="267" r:id="rId8"/>
    <p:sldId id="262" r:id="rId9"/>
    <p:sldId id="263" r:id="rId10"/>
    <p:sldId id="265" r:id="rId11"/>
    <p:sldId id="266" r:id="rId12"/>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CC1EF4-8E41-F2E8-24FD-4A16AC226D02}" v="12" dt="2026-03-17T03:17:37.550"/>
    <p1510:client id="{5E083129-BB6C-4A11-F9B9-BF3A126539AB}" v="538" dt="2026-03-18T02:15:25.054"/>
    <p1510:client id="{7656304D-36E0-3BA0-4CD4-6C7DFA321D07}" v="133" dt="2026-03-17T03:26:05.851"/>
    <p1510:client id="{8188EB3E-43B6-2C2D-76AE-B5E978C4BC8B}" v="3083" dt="2026-03-17T22:49:35.740"/>
    <p1510:client id="{D3E437D9-0E3A-185A-081A-7A79B1775AE3}" v="484" dt="2026-03-18T19:09:16.2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9E43F5-FBFB-4DF4-A165-631B02E9EE22}" type="doc">
      <dgm:prSet loTypeId="urn:microsoft.com/office/officeart/2016/7/layout/BasicTimeline" loCatId="timeline" qsTypeId="urn:microsoft.com/office/officeart/2005/8/quickstyle/simple1" qsCatId="simple" csTypeId="urn:microsoft.com/office/officeart/2005/8/colors/accent1_2" csCatId="accent1" phldr="1"/>
      <dgm:spPr/>
      <dgm:t>
        <a:bodyPr/>
        <a:lstStyle/>
        <a:p>
          <a:endParaRPr lang="en-GB"/>
        </a:p>
      </dgm:t>
    </dgm:pt>
    <dgm:pt modelId="{09B4E578-5AB0-4836-AAE7-EA6F762D4B9C}">
      <dgm:prSet phldrT="[Text]" phldr="0"/>
      <dgm:spPr/>
      <dgm:t>
        <a:bodyPr/>
        <a:lstStyle/>
        <a:p>
          <a:pPr>
            <a:defRPr b="1"/>
          </a:pPr>
          <a:endParaRPr lang="en-GB"/>
        </a:p>
      </dgm:t>
    </dgm:pt>
    <dgm:pt modelId="{6676BEF1-2874-42A2-ACC4-8F5E0EAE3580}" type="parTrans" cxnId="{555E360B-CA46-4426-8401-B3716261C894}">
      <dgm:prSet/>
      <dgm:spPr/>
      <dgm:t>
        <a:bodyPr/>
        <a:lstStyle/>
        <a:p>
          <a:endParaRPr lang="en-GB"/>
        </a:p>
      </dgm:t>
    </dgm:pt>
    <dgm:pt modelId="{8E3BACD9-DA7E-4E48-B4CB-73BA3FDE6BFE}" type="sibTrans" cxnId="{555E360B-CA46-4426-8401-B3716261C894}">
      <dgm:prSet/>
      <dgm:spPr/>
      <dgm:t>
        <a:bodyPr/>
        <a:lstStyle/>
        <a:p>
          <a:endParaRPr lang="en-GB"/>
        </a:p>
      </dgm:t>
    </dgm:pt>
    <dgm:pt modelId="{2AB412E9-1D33-4574-B785-640471945B12}">
      <dgm:prSet phldrT="[Text]" phldr="0"/>
      <dgm:spPr/>
      <dgm:t>
        <a:bodyPr/>
        <a:lstStyle/>
        <a:p>
          <a:r>
            <a:rPr lang="en-GB">
              <a:latin typeface="Univers Condensed"/>
            </a:rPr>
            <a:t>HTTP Request</a:t>
          </a:r>
          <a:endParaRPr lang="en-GB"/>
        </a:p>
      </dgm:t>
    </dgm:pt>
    <dgm:pt modelId="{27715270-BE5A-4800-A31A-1C25F5264B6F}" type="parTrans" cxnId="{60BF8D47-6C45-4355-83E4-0485DAED3A06}">
      <dgm:prSet/>
      <dgm:spPr/>
      <dgm:t>
        <a:bodyPr/>
        <a:lstStyle/>
        <a:p>
          <a:endParaRPr lang="en-GB"/>
        </a:p>
      </dgm:t>
    </dgm:pt>
    <dgm:pt modelId="{ADD7EFDF-AFEA-4AA1-9ED4-637B896AC0FF}" type="sibTrans" cxnId="{60BF8D47-6C45-4355-83E4-0485DAED3A06}">
      <dgm:prSet/>
      <dgm:spPr/>
      <dgm:t>
        <a:bodyPr/>
        <a:lstStyle/>
        <a:p>
          <a:endParaRPr lang="en-GB"/>
        </a:p>
      </dgm:t>
    </dgm:pt>
    <dgm:pt modelId="{6E41E42B-FAF9-4FF2-9F08-2838CF4ACA7D}">
      <dgm:prSet phldrT="[Text]" phldr="0"/>
      <dgm:spPr/>
      <dgm:t>
        <a:bodyPr/>
        <a:lstStyle/>
        <a:p>
          <a:pPr>
            <a:defRPr b="1"/>
          </a:pPr>
          <a:r>
            <a:rPr lang="en-GB" dirty="0">
              <a:latin typeface="Univers Condensed"/>
            </a:rPr>
            <a:t> </a:t>
          </a:r>
          <a:endParaRPr lang="en-GB" dirty="0"/>
        </a:p>
      </dgm:t>
    </dgm:pt>
    <dgm:pt modelId="{00D152C1-6DC7-4290-8B03-0794443069A1}" type="parTrans" cxnId="{A2058561-9543-4E95-B479-C78D0AF76D72}">
      <dgm:prSet/>
      <dgm:spPr/>
      <dgm:t>
        <a:bodyPr/>
        <a:lstStyle/>
        <a:p>
          <a:endParaRPr lang="en-GB"/>
        </a:p>
      </dgm:t>
    </dgm:pt>
    <dgm:pt modelId="{278A054F-ECF9-4B09-8389-540E22A36E85}" type="sibTrans" cxnId="{A2058561-9543-4E95-B479-C78D0AF76D72}">
      <dgm:prSet/>
      <dgm:spPr/>
      <dgm:t>
        <a:bodyPr/>
        <a:lstStyle/>
        <a:p>
          <a:endParaRPr lang="en-GB"/>
        </a:p>
      </dgm:t>
    </dgm:pt>
    <dgm:pt modelId="{C2CD5B0B-0006-4440-838D-6D76684FCCAD}">
      <dgm:prSet phldrT="[Text]" phldr="0"/>
      <dgm:spPr/>
      <dgm:t>
        <a:bodyPr/>
        <a:lstStyle/>
        <a:p>
          <a:r>
            <a:rPr lang="en-GB" dirty="0">
              <a:latin typeface="Univers Condensed"/>
            </a:rPr>
            <a:t> </a:t>
          </a:r>
          <a:r>
            <a:rPr lang="en-GB">
              <a:latin typeface="Univers Condensed"/>
            </a:rPr>
            <a:t>Router (auth check)</a:t>
          </a:r>
          <a:endParaRPr lang="en-GB"/>
        </a:p>
      </dgm:t>
    </dgm:pt>
    <dgm:pt modelId="{A749D2B0-CD90-4FB0-89FA-F09BC88EA23B}" type="parTrans" cxnId="{167FAE48-F2D2-45A1-88DE-EBDD7AC5B45F}">
      <dgm:prSet/>
      <dgm:spPr/>
      <dgm:t>
        <a:bodyPr/>
        <a:lstStyle/>
        <a:p>
          <a:endParaRPr lang="en-GB"/>
        </a:p>
      </dgm:t>
    </dgm:pt>
    <dgm:pt modelId="{571D23E3-3C73-4E5E-A530-1F316945DBB6}" type="sibTrans" cxnId="{167FAE48-F2D2-45A1-88DE-EBDD7AC5B45F}">
      <dgm:prSet/>
      <dgm:spPr/>
      <dgm:t>
        <a:bodyPr/>
        <a:lstStyle/>
        <a:p>
          <a:endParaRPr lang="en-GB"/>
        </a:p>
      </dgm:t>
    </dgm:pt>
    <dgm:pt modelId="{804409AE-30DC-4FA2-B52D-224BF1A10DA3}">
      <dgm:prSet phldr="0"/>
      <dgm:spPr/>
      <dgm:t>
        <a:bodyPr/>
        <a:lstStyle/>
        <a:p>
          <a:pPr>
            <a:defRPr b="1"/>
          </a:pPr>
          <a:r>
            <a:rPr lang="en-GB" sz="2200" b="0" dirty="0">
              <a:latin typeface="Univers Condensed"/>
            </a:rPr>
            <a:t> </a:t>
          </a:r>
        </a:p>
      </dgm:t>
    </dgm:pt>
    <dgm:pt modelId="{40F53962-E2A9-4F01-AA53-83E01AD1EA20}" type="parTrans" cxnId="{879BA951-5F68-4CC6-8D6C-C060A532D8AB}">
      <dgm:prSet/>
      <dgm:spPr/>
    </dgm:pt>
    <dgm:pt modelId="{F10CE3E1-CA68-41D6-846C-865CD883301F}" type="sibTrans" cxnId="{879BA951-5F68-4CC6-8D6C-C060A532D8AB}">
      <dgm:prSet/>
      <dgm:spPr/>
    </dgm:pt>
    <dgm:pt modelId="{468A701C-DD76-4D3E-AADA-73B21A3DE848}">
      <dgm:prSet phldr="0"/>
      <dgm:spPr/>
      <dgm:t>
        <a:bodyPr/>
        <a:lstStyle/>
        <a:p>
          <a:r>
            <a:rPr lang="en-GB" sz="1800" b="0" dirty="0">
              <a:latin typeface="Univers Condensed"/>
            </a:rPr>
            <a:t> SQLAlchemy Query</a:t>
          </a:r>
        </a:p>
      </dgm:t>
    </dgm:pt>
    <dgm:pt modelId="{576E8F28-BFAF-4134-BA99-C6AF572BCA9C}" type="parTrans" cxnId="{BB51924F-1640-40DD-8F7C-3F4D0EA89D15}">
      <dgm:prSet/>
      <dgm:spPr/>
    </dgm:pt>
    <dgm:pt modelId="{51BCB7E1-E541-4968-83C0-DB134640BE52}" type="sibTrans" cxnId="{BB51924F-1640-40DD-8F7C-3F4D0EA89D15}">
      <dgm:prSet/>
      <dgm:spPr/>
    </dgm:pt>
    <dgm:pt modelId="{C10DE448-2C36-4103-9D04-145D0DE323DF}">
      <dgm:prSet phldr="0"/>
      <dgm:spPr/>
      <dgm:t>
        <a:bodyPr/>
        <a:lstStyle/>
        <a:p>
          <a:pPr>
            <a:defRPr b="1"/>
          </a:pPr>
          <a:r>
            <a:rPr lang="en-GB" sz="2200" b="0" dirty="0">
              <a:latin typeface="Univers Condensed"/>
            </a:rPr>
            <a:t> </a:t>
          </a:r>
        </a:p>
      </dgm:t>
    </dgm:pt>
    <dgm:pt modelId="{80CACD13-999F-4DEB-9D64-3FA0B502BE73}" type="parTrans" cxnId="{38D5B625-F106-4E48-926B-54DAB03839FD}">
      <dgm:prSet/>
      <dgm:spPr/>
    </dgm:pt>
    <dgm:pt modelId="{809FA720-0EE3-4D2A-82A7-B092220120C7}" type="sibTrans" cxnId="{38D5B625-F106-4E48-926B-54DAB03839FD}">
      <dgm:prSet/>
      <dgm:spPr/>
    </dgm:pt>
    <dgm:pt modelId="{AABA76D0-312B-4209-9B01-2BA07A2D4FA8}">
      <dgm:prSet phldr="0"/>
      <dgm:spPr/>
      <dgm:t>
        <a:bodyPr/>
        <a:lstStyle/>
        <a:p>
          <a:r>
            <a:rPr lang="en-GB" sz="1800" b="0" dirty="0">
              <a:latin typeface="Univers Condensed"/>
            </a:rPr>
            <a:t> </a:t>
          </a:r>
          <a:r>
            <a:rPr lang="en-GB" sz="1800" b="0" dirty="0" err="1">
              <a:latin typeface="Univers Condensed"/>
            </a:rPr>
            <a:t>Pydantic</a:t>
          </a:r>
          <a:r>
            <a:rPr lang="en-GB" sz="1800" b="0" dirty="0">
              <a:latin typeface="Univers Condensed"/>
            </a:rPr>
            <a:t> (response)</a:t>
          </a:r>
        </a:p>
      </dgm:t>
    </dgm:pt>
    <dgm:pt modelId="{5848A960-0240-4A2D-9BBB-3434F3E5EBF0}" type="parTrans" cxnId="{4508425E-B0CE-430E-A35C-E6FA80057F60}">
      <dgm:prSet/>
      <dgm:spPr/>
    </dgm:pt>
    <dgm:pt modelId="{58E1BB1C-BF8E-465B-A533-1CDD3C1E0596}" type="sibTrans" cxnId="{4508425E-B0CE-430E-A35C-E6FA80057F60}">
      <dgm:prSet/>
      <dgm:spPr/>
    </dgm:pt>
    <dgm:pt modelId="{F9D1FC0F-DB93-407C-9EF8-F65A11DEA51F}">
      <dgm:prSet phldr="0"/>
      <dgm:spPr/>
      <dgm:t>
        <a:bodyPr/>
        <a:lstStyle/>
        <a:p>
          <a:pPr>
            <a:defRPr b="1"/>
          </a:pPr>
          <a:r>
            <a:rPr lang="en-GB" dirty="0">
              <a:latin typeface="Univers Condensed"/>
            </a:rPr>
            <a:t> </a:t>
          </a:r>
        </a:p>
      </dgm:t>
    </dgm:pt>
    <dgm:pt modelId="{E9CA6FBE-2A7D-4DD3-978E-E045E51685A8}" type="parTrans" cxnId="{BD16657F-9BDA-4F7C-8419-C0958E17B025}">
      <dgm:prSet/>
      <dgm:spPr/>
    </dgm:pt>
    <dgm:pt modelId="{84A32A4C-AA3D-461B-B42E-120E14D1DAA7}" type="sibTrans" cxnId="{BD16657F-9BDA-4F7C-8419-C0958E17B025}">
      <dgm:prSet/>
      <dgm:spPr/>
    </dgm:pt>
    <dgm:pt modelId="{66E26806-5C60-4507-944E-3AE0273C68E6}">
      <dgm:prSet phldr="0" custT="0"/>
      <dgm:spPr/>
      <dgm:t>
        <a:bodyPr/>
        <a:lstStyle/>
        <a:p>
          <a:r>
            <a:rPr lang="en-GB" b="0" dirty="0">
              <a:latin typeface="Univers Condensed"/>
            </a:rPr>
            <a:t> </a:t>
          </a:r>
          <a:r>
            <a:rPr lang="en-GB" sz="1800" b="0" dirty="0">
              <a:latin typeface="Univers Condensed"/>
            </a:rPr>
            <a:t>Utils.py </a:t>
          </a:r>
        </a:p>
      </dgm:t>
    </dgm:pt>
    <dgm:pt modelId="{4E72EBA0-77F6-4384-872A-60F22361F60F}" type="parTrans" cxnId="{993CA111-3AC4-49B2-8095-556637D97796}">
      <dgm:prSet/>
      <dgm:spPr/>
    </dgm:pt>
    <dgm:pt modelId="{BD4ED6E5-A215-4ABC-BB4B-DC58266D2FBA}" type="sibTrans" cxnId="{993CA111-3AC4-49B2-8095-556637D97796}">
      <dgm:prSet/>
      <dgm:spPr/>
    </dgm:pt>
    <dgm:pt modelId="{E5A7CA46-9D51-40C9-8033-D9F35240A48F}">
      <dgm:prSet phldr="0" custT="0"/>
      <dgm:spPr/>
      <dgm:t>
        <a:bodyPr/>
        <a:lstStyle/>
        <a:p>
          <a:r>
            <a:rPr lang="en-GB" sz="1800" b="0" dirty="0">
              <a:latin typeface="Univers Condensed"/>
            </a:rPr>
            <a:t> Resolve ID / Code / Name</a:t>
          </a:r>
          <a:endParaRPr lang="en-GB" sz="1800" dirty="0"/>
        </a:p>
      </dgm:t>
    </dgm:pt>
    <dgm:pt modelId="{EDDE9D9C-F84B-4EB3-9006-D449A4E05498}" type="parTrans" cxnId="{5E17E86C-1CD2-4147-989C-5BFB41425E62}">
      <dgm:prSet/>
      <dgm:spPr/>
    </dgm:pt>
    <dgm:pt modelId="{5F1BE292-E444-4F19-8140-2E759C75ECA7}" type="sibTrans" cxnId="{5E17E86C-1CD2-4147-989C-5BFB41425E62}">
      <dgm:prSet/>
      <dgm:spPr/>
    </dgm:pt>
    <dgm:pt modelId="{0525AC8B-7B64-4594-B7FC-8487A129A1AF}">
      <dgm:prSet phldr="0"/>
      <dgm:spPr/>
      <dgm:t>
        <a:bodyPr/>
        <a:lstStyle/>
        <a:p>
          <a:pPr>
            <a:defRPr b="1"/>
          </a:pPr>
          <a:endParaRPr lang="en-GB" sz="2200" b="0" dirty="0"/>
        </a:p>
      </dgm:t>
    </dgm:pt>
    <dgm:pt modelId="{8443FECC-1836-449A-AA74-BE5A2A21F13E}" type="parTrans" cxnId="{787D9E28-BA30-4ABE-A8E9-D0725DA2E8BF}">
      <dgm:prSet/>
      <dgm:spPr/>
    </dgm:pt>
    <dgm:pt modelId="{2A7232C5-8BA3-441D-8D28-706AB178069A}" type="sibTrans" cxnId="{787D9E28-BA30-4ABE-A8E9-D0725DA2E8BF}">
      <dgm:prSet/>
      <dgm:spPr/>
    </dgm:pt>
    <dgm:pt modelId="{6954063A-5551-4FB9-A8AA-3E6B9BE43105}">
      <dgm:prSet phldr="0"/>
      <dgm:spPr/>
      <dgm:t>
        <a:bodyPr/>
        <a:lstStyle/>
        <a:p>
          <a:r>
            <a:rPr lang="en-GB" sz="1800" dirty="0">
              <a:latin typeface="Univers Condensed"/>
            </a:rPr>
            <a:t>JSON Response</a:t>
          </a:r>
        </a:p>
      </dgm:t>
    </dgm:pt>
    <dgm:pt modelId="{93B3F246-3A2B-4276-B4F9-1608185CD9D3}" type="parTrans" cxnId="{44F7AA68-D92C-42C8-9C41-1FCCA453F963}">
      <dgm:prSet/>
      <dgm:spPr/>
    </dgm:pt>
    <dgm:pt modelId="{AE43B18E-CAA0-4DE7-AC78-C352B7FEA321}" type="sibTrans" cxnId="{44F7AA68-D92C-42C8-9C41-1FCCA453F963}">
      <dgm:prSet/>
      <dgm:spPr/>
    </dgm:pt>
    <dgm:pt modelId="{31EE0E51-AF62-4BDA-97FF-9B479EC78B68}">
      <dgm:prSet phldr="0"/>
      <dgm:spPr/>
      <dgm:t>
        <a:bodyPr/>
        <a:lstStyle/>
        <a:p>
          <a:pPr>
            <a:defRPr b="1"/>
          </a:pPr>
          <a:endParaRPr lang="en-GB" sz="2200" b="0" dirty="0">
            <a:latin typeface="Univers Condensed"/>
          </a:endParaRPr>
        </a:p>
      </dgm:t>
    </dgm:pt>
    <dgm:pt modelId="{CE947828-5733-479A-A4EA-B309E1ED8EB6}" type="parTrans" cxnId="{6F485DD2-5948-42DC-B4D8-60918FA85AAD}">
      <dgm:prSet/>
      <dgm:spPr/>
    </dgm:pt>
    <dgm:pt modelId="{3E0BC60F-F275-43DB-8A3B-762966D3C5C8}" type="sibTrans" cxnId="{6F485DD2-5948-42DC-B4D8-60918FA85AAD}">
      <dgm:prSet/>
      <dgm:spPr/>
    </dgm:pt>
    <dgm:pt modelId="{B82DDEC1-1241-4450-BE7A-30F23EC2D6AF}">
      <dgm:prSet phldr="0"/>
      <dgm:spPr/>
      <dgm:t>
        <a:bodyPr/>
        <a:lstStyle/>
        <a:p>
          <a:r>
            <a:rPr lang="en-GB" sz="1800" b="0" dirty="0" err="1">
              <a:latin typeface="Univers Condensed"/>
            </a:rPr>
            <a:t>Pydantic</a:t>
          </a:r>
          <a:r>
            <a:rPr lang="en-GB" sz="1800" b="0" dirty="0">
              <a:latin typeface="Univers Condensed"/>
            </a:rPr>
            <a:t> (request validation)</a:t>
          </a:r>
        </a:p>
      </dgm:t>
    </dgm:pt>
    <dgm:pt modelId="{82A9F713-5A84-447F-ADDA-AA50E69A5718}" type="parTrans" cxnId="{D2E1FFBF-4B70-49E1-830B-350E6F34BC31}">
      <dgm:prSet/>
      <dgm:spPr/>
    </dgm:pt>
    <dgm:pt modelId="{E82EDDE2-7E2F-4AC3-9DDB-90060BC0FA98}" type="sibTrans" cxnId="{D2E1FFBF-4B70-49E1-830B-350E6F34BC31}">
      <dgm:prSet/>
      <dgm:spPr/>
    </dgm:pt>
    <dgm:pt modelId="{0151891E-71A2-47ED-82CE-677EE1FFCB3C}">
      <dgm:prSet phldr="0"/>
      <dgm:spPr/>
      <dgm:t>
        <a:bodyPr/>
        <a:lstStyle/>
        <a:p>
          <a:pPr rtl="0">
            <a:defRPr b="1"/>
          </a:pPr>
          <a:r>
            <a:rPr lang="en-GB" sz="1800" b="0" dirty="0">
              <a:latin typeface="Univers Condensed"/>
            </a:rPr>
            <a:t>For flexible ref endpoint</a:t>
          </a:r>
        </a:p>
      </dgm:t>
    </dgm:pt>
    <dgm:pt modelId="{DD35C38A-BDC4-4971-B93C-1819016EB93A}" type="parTrans" cxnId="{5338B183-44A6-4F5B-938B-23B78FA89530}">
      <dgm:prSet/>
      <dgm:spPr/>
    </dgm:pt>
    <dgm:pt modelId="{C2EF0DCB-BC6D-4DD5-BC4F-5AF92D241566}" type="sibTrans" cxnId="{5338B183-44A6-4F5B-938B-23B78FA89530}">
      <dgm:prSet/>
      <dgm:spPr/>
    </dgm:pt>
    <dgm:pt modelId="{59DC387F-98D4-4286-8003-98DB0488C68B}" type="pres">
      <dgm:prSet presAssocID="{239E43F5-FBFB-4DF4-A165-631B02E9EE22}" presName="root" presStyleCnt="0">
        <dgm:presLayoutVars>
          <dgm:chMax/>
          <dgm:chPref/>
          <dgm:animLvl val="lvl"/>
        </dgm:presLayoutVars>
      </dgm:prSet>
      <dgm:spPr/>
    </dgm:pt>
    <dgm:pt modelId="{FC5ECBBD-D8A2-42B8-AB47-E30C8F40E027}" type="pres">
      <dgm:prSet presAssocID="{239E43F5-FBFB-4DF4-A165-631B02E9EE22}" presName="divider" presStyleLbl="fgAccFollowNode1" presStyleIdx="0" presStyleCnt="1"/>
      <dgm:spPr>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tailEnd type="triangle" w="lg" len="lg"/>
        </a:ln>
        <a:effectLst/>
      </dgm:spPr>
    </dgm:pt>
    <dgm:pt modelId="{E9D0399E-F570-40A9-8A72-7B2B4E40BD14}" type="pres">
      <dgm:prSet presAssocID="{239E43F5-FBFB-4DF4-A165-631B02E9EE22}" presName="nodes" presStyleCnt="0">
        <dgm:presLayoutVars>
          <dgm:chMax/>
          <dgm:chPref/>
          <dgm:animLvl val="lvl"/>
        </dgm:presLayoutVars>
      </dgm:prSet>
      <dgm:spPr/>
    </dgm:pt>
    <dgm:pt modelId="{6C042605-402E-4043-ADB1-76E1A7AFDD02}" type="pres">
      <dgm:prSet presAssocID="{09B4E578-5AB0-4836-AAE7-EA6F762D4B9C}" presName="composite" presStyleCnt="0"/>
      <dgm:spPr/>
    </dgm:pt>
    <dgm:pt modelId="{1AD22316-5D05-41D2-A3D4-8150E594BFF5}" type="pres">
      <dgm:prSet presAssocID="{09B4E578-5AB0-4836-AAE7-EA6F762D4B9C}" presName="L1TextContainer" presStyleLbl="revTx" presStyleIdx="0" presStyleCnt="7">
        <dgm:presLayoutVars>
          <dgm:chMax val="1"/>
          <dgm:chPref val="1"/>
          <dgm:bulletEnabled val="1"/>
        </dgm:presLayoutVars>
      </dgm:prSet>
      <dgm:spPr/>
    </dgm:pt>
    <dgm:pt modelId="{03551F58-C02C-4136-AA2C-4C6492FDCAFD}" type="pres">
      <dgm:prSet presAssocID="{09B4E578-5AB0-4836-AAE7-EA6F762D4B9C}" presName="L2TextContainerWrapper" presStyleCnt="0">
        <dgm:presLayoutVars>
          <dgm:chMax val="0"/>
          <dgm:chPref val="0"/>
          <dgm:bulletEnabled val="1"/>
        </dgm:presLayoutVars>
      </dgm:prSet>
      <dgm:spPr/>
    </dgm:pt>
    <dgm:pt modelId="{205BE150-3297-4467-94E0-6E2F5A44A8E1}" type="pres">
      <dgm:prSet presAssocID="{09B4E578-5AB0-4836-AAE7-EA6F762D4B9C}" presName="L2TextContainer" presStyleLbl="bgAcc1" presStyleIdx="0" presStyleCnt="7"/>
      <dgm:spPr/>
    </dgm:pt>
    <dgm:pt modelId="{2F86AD8D-BCC9-4EA4-896D-074E272B2587}" type="pres">
      <dgm:prSet presAssocID="{09B4E578-5AB0-4836-AAE7-EA6F762D4B9C}" presName="FlexibleEmptyPlaceHolder" presStyleCnt="0"/>
      <dgm:spPr/>
    </dgm:pt>
    <dgm:pt modelId="{A118B292-11C8-4115-A55F-0C3E8D9CB383}" type="pres">
      <dgm:prSet presAssocID="{09B4E578-5AB0-4836-AAE7-EA6F762D4B9C}" presName="ConnectLine" presStyleLbl="sibTrans1D1" presStyleIdx="0" presStyleCnt="7"/>
      <dgm:spPr>
        <a:noFill/>
        <a:ln w="6350" cap="flat" cmpd="sng" algn="ctr">
          <a:solidFill>
            <a:schemeClr val="accent1">
              <a:hueOff val="0"/>
              <a:satOff val="0"/>
              <a:lumOff val="0"/>
              <a:alphaOff val="0"/>
            </a:schemeClr>
          </a:solidFill>
          <a:prstDash val="dash"/>
          <a:miter lim="800000"/>
        </a:ln>
        <a:effectLst/>
      </dgm:spPr>
    </dgm:pt>
    <dgm:pt modelId="{CF7749B1-2985-4DA4-A7F8-0424662192A7}" type="pres">
      <dgm:prSet presAssocID="{09B4E578-5AB0-4836-AAE7-EA6F762D4B9C}" presName="ConnectorPoint" presStyleLbl="alignNode1" presStyleIdx="0" presStyleCnt="7"/>
      <dgm:spPr/>
    </dgm:pt>
    <dgm:pt modelId="{6758FEB6-5334-47E1-9CC0-B279E00A4B13}" type="pres">
      <dgm:prSet presAssocID="{09B4E578-5AB0-4836-AAE7-EA6F762D4B9C}" presName="EmptyPlaceHolder" presStyleCnt="0"/>
      <dgm:spPr/>
    </dgm:pt>
    <dgm:pt modelId="{974AC35E-FD9D-4191-82B2-84DA0FA01419}" type="pres">
      <dgm:prSet presAssocID="{8E3BACD9-DA7E-4E48-B4CB-73BA3FDE6BFE}" presName="spaceBetweenRectangles" presStyleCnt="0"/>
      <dgm:spPr/>
    </dgm:pt>
    <dgm:pt modelId="{CB39CF3A-A41A-47F9-907A-2D8B8CA38355}" type="pres">
      <dgm:prSet presAssocID="{6E41E42B-FAF9-4FF2-9F08-2838CF4ACA7D}" presName="composite" presStyleCnt="0"/>
      <dgm:spPr/>
    </dgm:pt>
    <dgm:pt modelId="{07F1603F-680D-4BFE-900F-E6205A292680}" type="pres">
      <dgm:prSet presAssocID="{6E41E42B-FAF9-4FF2-9F08-2838CF4ACA7D}" presName="L1TextContainer" presStyleLbl="revTx" presStyleIdx="1" presStyleCnt="7">
        <dgm:presLayoutVars>
          <dgm:chMax val="1"/>
          <dgm:chPref val="1"/>
          <dgm:bulletEnabled val="1"/>
        </dgm:presLayoutVars>
      </dgm:prSet>
      <dgm:spPr/>
    </dgm:pt>
    <dgm:pt modelId="{E2ED3646-311F-4B91-B6F9-E724FE76A6D9}" type="pres">
      <dgm:prSet presAssocID="{6E41E42B-FAF9-4FF2-9F08-2838CF4ACA7D}" presName="L2TextContainerWrapper" presStyleCnt="0">
        <dgm:presLayoutVars>
          <dgm:chMax val="0"/>
          <dgm:chPref val="0"/>
          <dgm:bulletEnabled val="1"/>
        </dgm:presLayoutVars>
      </dgm:prSet>
      <dgm:spPr/>
    </dgm:pt>
    <dgm:pt modelId="{F8A8A5D6-B10E-4982-9158-DC6B79CE52C2}" type="pres">
      <dgm:prSet presAssocID="{6E41E42B-FAF9-4FF2-9F08-2838CF4ACA7D}" presName="L2TextContainer" presStyleLbl="bgAcc1" presStyleIdx="1" presStyleCnt="7"/>
      <dgm:spPr/>
    </dgm:pt>
    <dgm:pt modelId="{3F9DFEB5-A237-4114-A60F-BC84DE557718}" type="pres">
      <dgm:prSet presAssocID="{6E41E42B-FAF9-4FF2-9F08-2838CF4ACA7D}" presName="FlexibleEmptyPlaceHolder" presStyleCnt="0"/>
      <dgm:spPr/>
    </dgm:pt>
    <dgm:pt modelId="{020B61D1-AD42-49D9-AB9C-DA932BC2BDC7}" type="pres">
      <dgm:prSet presAssocID="{6E41E42B-FAF9-4FF2-9F08-2838CF4ACA7D}" presName="ConnectLine" presStyleLbl="sibTrans1D1" presStyleIdx="1" presStyleCnt="7"/>
      <dgm:spPr>
        <a:noFill/>
        <a:ln w="6350" cap="flat" cmpd="sng" algn="ctr">
          <a:solidFill>
            <a:schemeClr val="accent1">
              <a:hueOff val="0"/>
              <a:satOff val="0"/>
              <a:lumOff val="0"/>
              <a:alphaOff val="0"/>
            </a:schemeClr>
          </a:solidFill>
          <a:prstDash val="dash"/>
          <a:miter lim="800000"/>
        </a:ln>
        <a:effectLst/>
      </dgm:spPr>
    </dgm:pt>
    <dgm:pt modelId="{6D34DA3C-D0BA-4926-926D-6DEEC6041747}" type="pres">
      <dgm:prSet presAssocID="{6E41E42B-FAF9-4FF2-9F08-2838CF4ACA7D}" presName="ConnectorPoint" presStyleLbl="alignNode1" presStyleIdx="1" presStyleCnt="7"/>
      <dgm:spPr/>
    </dgm:pt>
    <dgm:pt modelId="{ECA7C5CE-E120-4800-99C3-63AFE82714D0}" type="pres">
      <dgm:prSet presAssocID="{6E41E42B-FAF9-4FF2-9F08-2838CF4ACA7D}" presName="EmptyPlaceHolder" presStyleCnt="0"/>
      <dgm:spPr/>
    </dgm:pt>
    <dgm:pt modelId="{C3996B22-0B16-4499-B71B-7DAA90581127}" type="pres">
      <dgm:prSet presAssocID="{278A054F-ECF9-4B09-8389-540E22A36E85}" presName="spaceBetweenRectangles" presStyleCnt="0"/>
      <dgm:spPr/>
    </dgm:pt>
    <dgm:pt modelId="{6FA98E8D-482D-4487-A750-A11C03B4C873}" type="pres">
      <dgm:prSet presAssocID="{31EE0E51-AF62-4BDA-97FF-9B479EC78B68}" presName="composite" presStyleCnt="0"/>
      <dgm:spPr/>
    </dgm:pt>
    <dgm:pt modelId="{0D3496C1-C041-4644-B6DC-A8091CC03581}" type="pres">
      <dgm:prSet presAssocID="{31EE0E51-AF62-4BDA-97FF-9B479EC78B68}" presName="L1TextContainer" presStyleLbl="revTx" presStyleIdx="2" presStyleCnt="7">
        <dgm:presLayoutVars>
          <dgm:chMax val="1"/>
          <dgm:chPref val="1"/>
          <dgm:bulletEnabled val="1"/>
        </dgm:presLayoutVars>
      </dgm:prSet>
      <dgm:spPr/>
    </dgm:pt>
    <dgm:pt modelId="{657E1531-CA39-452E-B0E2-8E6C32CE865B}" type="pres">
      <dgm:prSet presAssocID="{31EE0E51-AF62-4BDA-97FF-9B479EC78B68}" presName="L2TextContainerWrapper" presStyleCnt="0">
        <dgm:presLayoutVars>
          <dgm:chMax val="0"/>
          <dgm:chPref val="0"/>
          <dgm:bulletEnabled val="1"/>
        </dgm:presLayoutVars>
      </dgm:prSet>
      <dgm:spPr/>
    </dgm:pt>
    <dgm:pt modelId="{F2295D3B-15B2-4AAB-BC24-3E928F9616F6}" type="pres">
      <dgm:prSet presAssocID="{31EE0E51-AF62-4BDA-97FF-9B479EC78B68}" presName="L2TextContainer" presStyleLbl="bgAcc1" presStyleIdx="2" presStyleCnt="7"/>
      <dgm:spPr/>
    </dgm:pt>
    <dgm:pt modelId="{F061C532-B04B-4E42-BB6B-D4092E776A1A}" type="pres">
      <dgm:prSet presAssocID="{31EE0E51-AF62-4BDA-97FF-9B479EC78B68}" presName="FlexibleEmptyPlaceHolder" presStyleCnt="0"/>
      <dgm:spPr/>
    </dgm:pt>
    <dgm:pt modelId="{42F858B0-29D8-4CA6-B2B4-0DAABA2C8755}" type="pres">
      <dgm:prSet presAssocID="{31EE0E51-AF62-4BDA-97FF-9B479EC78B68}" presName="ConnectLine" presStyleLbl="sibTrans1D1" presStyleIdx="2" presStyleCnt="7"/>
      <dgm:spPr>
        <a:noFill/>
        <a:ln w="6350" cap="flat" cmpd="sng" algn="ctr">
          <a:solidFill>
            <a:schemeClr val="accent1">
              <a:hueOff val="0"/>
              <a:satOff val="0"/>
              <a:lumOff val="0"/>
              <a:alphaOff val="0"/>
            </a:schemeClr>
          </a:solidFill>
          <a:prstDash val="dash"/>
          <a:miter lim="800000"/>
        </a:ln>
        <a:effectLst/>
      </dgm:spPr>
    </dgm:pt>
    <dgm:pt modelId="{DA7C1EF1-2877-43E1-BDCC-B3BBC7649B3F}" type="pres">
      <dgm:prSet presAssocID="{31EE0E51-AF62-4BDA-97FF-9B479EC78B68}" presName="ConnectorPoint" presStyleLbl="alignNode1" presStyleIdx="2" presStyleCnt="7"/>
      <dgm:spPr/>
    </dgm:pt>
    <dgm:pt modelId="{71E4E91C-4647-42DA-AD96-776A2AE03F86}" type="pres">
      <dgm:prSet presAssocID="{31EE0E51-AF62-4BDA-97FF-9B479EC78B68}" presName="EmptyPlaceHolder" presStyleCnt="0"/>
      <dgm:spPr/>
    </dgm:pt>
    <dgm:pt modelId="{92257A29-6AC0-4B30-979A-2D7B8E52547B}" type="pres">
      <dgm:prSet presAssocID="{3E0BC60F-F275-43DB-8A3B-762966D3C5C8}" presName="spaceBetweenRectangles" presStyleCnt="0"/>
      <dgm:spPr/>
    </dgm:pt>
    <dgm:pt modelId="{43C19764-4EEE-4552-B317-24950EA05A36}" type="pres">
      <dgm:prSet presAssocID="{F9D1FC0F-DB93-407C-9EF8-F65A11DEA51F}" presName="composite" presStyleCnt="0"/>
      <dgm:spPr/>
    </dgm:pt>
    <dgm:pt modelId="{8932FF6B-46EA-439C-BB5C-9AEE7938FB85}" type="pres">
      <dgm:prSet presAssocID="{F9D1FC0F-DB93-407C-9EF8-F65A11DEA51F}" presName="L1TextContainer" presStyleLbl="revTx" presStyleIdx="3" presStyleCnt="7">
        <dgm:presLayoutVars>
          <dgm:chMax val="1"/>
          <dgm:chPref val="1"/>
          <dgm:bulletEnabled val="1"/>
        </dgm:presLayoutVars>
      </dgm:prSet>
      <dgm:spPr/>
    </dgm:pt>
    <dgm:pt modelId="{A28A938D-CA1C-4406-B80B-08223909E550}" type="pres">
      <dgm:prSet presAssocID="{F9D1FC0F-DB93-407C-9EF8-F65A11DEA51F}" presName="L2TextContainerWrapper" presStyleCnt="0">
        <dgm:presLayoutVars>
          <dgm:chMax val="0"/>
          <dgm:chPref val="0"/>
          <dgm:bulletEnabled val="1"/>
        </dgm:presLayoutVars>
      </dgm:prSet>
      <dgm:spPr/>
    </dgm:pt>
    <dgm:pt modelId="{7D0292FE-F122-4F1B-B480-2781A3BEC6FF}" type="pres">
      <dgm:prSet presAssocID="{F9D1FC0F-DB93-407C-9EF8-F65A11DEA51F}" presName="L2TextContainer" presStyleLbl="bgAcc1" presStyleIdx="3" presStyleCnt="7"/>
      <dgm:spPr/>
    </dgm:pt>
    <dgm:pt modelId="{D49EE330-C7B5-431E-A1DA-626593BD55E4}" type="pres">
      <dgm:prSet presAssocID="{F9D1FC0F-DB93-407C-9EF8-F65A11DEA51F}" presName="FlexibleEmptyPlaceHolder" presStyleCnt="0"/>
      <dgm:spPr/>
    </dgm:pt>
    <dgm:pt modelId="{8A4BC299-3F10-4D41-AF46-C4C50DA4C66E}" type="pres">
      <dgm:prSet presAssocID="{F9D1FC0F-DB93-407C-9EF8-F65A11DEA51F}" presName="ConnectLine" presStyleLbl="sibTrans1D1" presStyleIdx="3" presStyleCnt="7"/>
      <dgm:spPr>
        <a:noFill/>
        <a:ln w="6350" cap="flat" cmpd="sng" algn="ctr">
          <a:solidFill>
            <a:schemeClr val="accent1">
              <a:hueOff val="0"/>
              <a:satOff val="0"/>
              <a:lumOff val="0"/>
              <a:alphaOff val="0"/>
            </a:schemeClr>
          </a:solidFill>
          <a:prstDash val="dash"/>
          <a:miter lim="800000"/>
        </a:ln>
        <a:effectLst/>
      </dgm:spPr>
    </dgm:pt>
    <dgm:pt modelId="{4A372ECB-D018-429D-9A5E-4F6AB1802F9E}" type="pres">
      <dgm:prSet presAssocID="{F9D1FC0F-DB93-407C-9EF8-F65A11DEA51F}" presName="ConnectorPoint" presStyleLbl="alignNode1" presStyleIdx="3" presStyleCnt="7"/>
      <dgm:spPr/>
    </dgm:pt>
    <dgm:pt modelId="{1EFC4C00-10EA-4216-BB47-CD8DC541662E}" type="pres">
      <dgm:prSet presAssocID="{F9D1FC0F-DB93-407C-9EF8-F65A11DEA51F}" presName="EmptyPlaceHolder" presStyleCnt="0"/>
      <dgm:spPr/>
    </dgm:pt>
    <dgm:pt modelId="{49D25EEB-B22C-4D0B-8511-653A5C04BA24}" type="pres">
      <dgm:prSet presAssocID="{84A32A4C-AA3D-461B-B42E-120E14D1DAA7}" presName="spaceBetweenRectangles" presStyleCnt="0"/>
      <dgm:spPr/>
    </dgm:pt>
    <dgm:pt modelId="{7D85A85C-5AA9-4D7B-9F67-D8BC55603C82}" type="pres">
      <dgm:prSet presAssocID="{804409AE-30DC-4FA2-B52D-224BF1A10DA3}" presName="composite" presStyleCnt="0"/>
      <dgm:spPr/>
    </dgm:pt>
    <dgm:pt modelId="{4EA0A3A4-92A9-4737-86F0-76D25AA1DE9A}" type="pres">
      <dgm:prSet presAssocID="{804409AE-30DC-4FA2-B52D-224BF1A10DA3}" presName="L1TextContainer" presStyleLbl="revTx" presStyleIdx="4" presStyleCnt="7">
        <dgm:presLayoutVars>
          <dgm:chMax val="1"/>
          <dgm:chPref val="1"/>
          <dgm:bulletEnabled val="1"/>
        </dgm:presLayoutVars>
      </dgm:prSet>
      <dgm:spPr/>
    </dgm:pt>
    <dgm:pt modelId="{F4991D92-4358-43C8-B522-20DA7B3F0A09}" type="pres">
      <dgm:prSet presAssocID="{804409AE-30DC-4FA2-B52D-224BF1A10DA3}" presName="L2TextContainerWrapper" presStyleCnt="0">
        <dgm:presLayoutVars>
          <dgm:chMax val="0"/>
          <dgm:chPref val="0"/>
          <dgm:bulletEnabled val="1"/>
        </dgm:presLayoutVars>
      </dgm:prSet>
      <dgm:spPr/>
    </dgm:pt>
    <dgm:pt modelId="{79A84864-1F12-4F97-AAF0-4D3354277C35}" type="pres">
      <dgm:prSet presAssocID="{804409AE-30DC-4FA2-B52D-224BF1A10DA3}" presName="L2TextContainer" presStyleLbl="bgAcc1" presStyleIdx="4" presStyleCnt="7"/>
      <dgm:spPr/>
    </dgm:pt>
    <dgm:pt modelId="{3F10E78A-DDB9-47A3-ACFC-CE5CE31EC0EB}" type="pres">
      <dgm:prSet presAssocID="{804409AE-30DC-4FA2-B52D-224BF1A10DA3}" presName="FlexibleEmptyPlaceHolder" presStyleCnt="0"/>
      <dgm:spPr/>
    </dgm:pt>
    <dgm:pt modelId="{6A9559B4-F5E5-4F0C-917E-6634972136C1}" type="pres">
      <dgm:prSet presAssocID="{804409AE-30DC-4FA2-B52D-224BF1A10DA3}" presName="ConnectLine" presStyleLbl="sibTrans1D1" presStyleIdx="4" presStyleCnt="7"/>
      <dgm:spPr>
        <a:noFill/>
        <a:ln w="6350" cap="flat" cmpd="sng" algn="ctr">
          <a:solidFill>
            <a:schemeClr val="accent1">
              <a:hueOff val="0"/>
              <a:satOff val="0"/>
              <a:lumOff val="0"/>
              <a:alphaOff val="0"/>
            </a:schemeClr>
          </a:solidFill>
          <a:prstDash val="dash"/>
          <a:miter lim="800000"/>
        </a:ln>
        <a:effectLst/>
      </dgm:spPr>
    </dgm:pt>
    <dgm:pt modelId="{373A45DB-A460-41A6-A7D0-FD7EF9EB1C84}" type="pres">
      <dgm:prSet presAssocID="{804409AE-30DC-4FA2-B52D-224BF1A10DA3}" presName="ConnectorPoint" presStyleLbl="alignNode1" presStyleIdx="4" presStyleCnt="7"/>
      <dgm:spPr/>
    </dgm:pt>
    <dgm:pt modelId="{7A0F6181-5BD4-46CB-A28E-32255C938CA9}" type="pres">
      <dgm:prSet presAssocID="{804409AE-30DC-4FA2-B52D-224BF1A10DA3}" presName="EmptyPlaceHolder" presStyleCnt="0"/>
      <dgm:spPr/>
    </dgm:pt>
    <dgm:pt modelId="{5E90BB11-03B7-4C79-855E-40125C431EC6}" type="pres">
      <dgm:prSet presAssocID="{F10CE3E1-CA68-41D6-846C-865CD883301F}" presName="spaceBetweenRectangles" presStyleCnt="0"/>
      <dgm:spPr/>
    </dgm:pt>
    <dgm:pt modelId="{EFF8A53B-3092-4252-8739-9458FC2A76D8}" type="pres">
      <dgm:prSet presAssocID="{C10DE448-2C36-4103-9D04-145D0DE323DF}" presName="composite" presStyleCnt="0"/>
      <dgm:spPr/>
    </dgm:pt>
    <dgm:pt modelId="{DAF353D2-1594-4D39-9B67-4D9237BD0BF5}" type="pres">
      <dgm:prSet presAssocID="{C10DE448-2C36-4103-9D04-145D0DE323DF}" presName="L1TextContainer" presStyleLbl="revTx" presStyleIdx="5" presStyleCnt="7">
        <dgm:presLayoutVars>
          <dgm:chMax val="1"/>
          <dgm:chPref val="1"/>
          <dgm:bulletEnabled val="1"/>
        </dgm:presLayoutVars>
      </dgm:prSet>
      <dgm:spPr/>
    </dgm:pt>
    <dgm:pt modelId="{88BBC634-21F6-4E6A-B108-0F9D0D8D5492}" type="pres">
      <dgm:prSet presAssocID="{C10DE448-2C36-4103-9D04-145D0DE323DF}" presName="L2TextContainerWrapper" presStyleCnt="0">
        <dgm:presLayoutVars>
          <dgm:chMax val="0"/>
          <dgm:chPref val="0"/>
          <dgm:bulletEnabled val="1"/>
        </dgm:presLayoutVars>
      </dgm:prSet>
      <dgm:spPr/>
    </dgm:pt>
    <dgm:pt modelId="{E0D161E5-120E-4CA8-A976-792741F130C1}" type="pres">
      <dgm:prSet presAssocID="{C10DE448-2C36-4103-9D04-145D0DE323DF}" presName="L2TextContainer" presStyleLbl="bgAcc1" presStyleIdx="5" presStyleCnt="7"/>
      <dgm:spPr/>
    </dgm:pt>
    <dgm:pt modelId="{EBCFDE34-5ACC-4C37-9AA3-8A6CC958F0E4}" type="pres">
      <dgm:prSet presAssocID="{C10DE448-2C36-4103-9D04-145D0DE323DF}" presName="FlexibleEmptyPlaceHolder" presStyleCnt="0"/>
      <dgm:spPr/>
    </dgm:pt>
    <dgm:pt modelId="{80C11983-04EB-489C-BEEA-6DE0A1BDB9AE}" type="pres">
      <dgm:prSet presAssocID="{C10DE448-2C36-4103-9D04-145D0DE323DF}" presName="ConnectLine" presStyleLbl="sibTrans1D1" presStyleIdx="5" presStyleCnt="7"/>
      <dgm:spPr>
        <a:noFill/>
        <a:ln w="6350" cap="flat" cmpd="sng" algn="ctr">
          <a:solidFill>
            <a:schemeClr val="accent1">
              <a:hueOff val="0"/>
              <a:satOff val="0"/>
              <a:lumOff val="0"/>
              <a:alphaOff val="0"/>
            </a:schemeClr>
          </a:solidFill>
          <a:prstDash val="dash"/>
          <a:miter lim="800000"/>
        </a:ln>
        <a:effectLst/>
      </dgm:spPr>
    </dgm:pt>
    <dgm:pt modelId="{A0447FF4-989E-44F3-B6AB-1B78220C15E0}" type="pres">
      <dgm:prSet presAssocID="{C10DE448-2C36-4103-9D04-145D0DE323DF}" presName="ConnectorPoint" presStyleLbl="alignNode1" presStyleIdx="5" presStyleCnt="7"/>
      <dgm:spPr/>
    </dgm:pt>
    <dgm:pt modelId="{5ADCD478-179C-419E-B053-00291A491792}" type="pres">
      <dgm:prSet presAssocID="{C10DE448-2C36-4103-9D04-145D0DE323DF}" presName="EmptyPlaceHolder" presStyleCnt="0"/>
      <dgm:spPr/>
    </dgm:pt>
    <dgm:pt modelId="{BB11FBA3-29B2-40D0-BA69-26614392F5C4}" type="pres">
      <dgm:prSet presAssocID="{809FA720-0EE3-4D2A-82A7-B092220120C7}" presName="spaceBetweenRectangles" presStyleCnt="0"/>
      <dgm:spPr/>
    </dgm:pt>
    <dgm:pt modelId="{94D4BC26-2174-4FBE-8B71-A0E6E9BF9113}" type="pres">
      <dgm:prSet presAssocID="{0525AC8B-7B64-4594-B7FC-8487A129A1AF}" presName="composite" presStyleCnt="0"/>
      <dgm:spPr/>
    </dgm:pt>
    <dgm:pt modelId="{C2172C7D-4BDE-4111-9603-1C833AA7AF61}" type="pres">
      <dgm:prSet presAssocID="{0525AC8B-7B64-4594-B7FC-8487A129A1AF}" presName="L1TextContainer" presStyleLbl="revTx" presStyleIdx="6" presStyleCnt="7">
        <dgm:presLayoutVars>
          <dgm:chMax val="1"/>
          <dgm:chPref val="1"/>
          <dgm:bulletEnabled val="1"/>
        </dgm:presLayoutVars>
      </dgm:prSet>
      <dgm:spPr/>
    </dgm:pt>
    <dgm:pt modelId="{4E3949BC-3354-47FF-B98F-47188A36B8C5}" type="pres">
      <dgm:prSet presAssocID="{0525AC8B-7B64-4594-B7FC-8487A129A1AF}" presName="L2TextContainerWrapper" presStyleCnt="0">
        <dgm:presLayoutVars>
          <dgm:chMax val="0"/>
          <dgm:chPref val="0"/>
          <dgm:bulletEnabled val="1"/>
        </dgm:presLayoutVars>
      </dgm:prSet>
      <dgm:spPr/>
    </dgm:pt>
    <dgm:pt modelId="{9DA59C11-1E1A-4A5D-8947-402DC6A8FD60}" type="pres">
      <dgm:prSet presAssocID="{0525AC8B-7B64-4594-B7FC-8487A129A1AF}" presName="L2TextContainer" presStyleLbl="bgAcc1" presStyleIdx="6" presStyleCnt="7"/>
      <dgm:spPr/>
    </dgm:pt>
    <dgm:pt modelId="{EB794434-68E3-4F88-B705-92CC435F52F5}" type="pres">
      <dgm:prSet presAssocID="{0525AC8B-7B64-4594-B7FC-8487A129A1AF}" presName="FlexibleEmptyPlaceHolder" presStyleCnt="0"/>
      <dgm:spPr/>
    </dgm:pt>
    <dgm:pt modelId="{43661AC0-3306-48CC-B0B4-E1F72146B51D}" type="pres">
      <dgm:prSet presAssocID="{0525AC8B-7B64-4594-B7FC-8487A129A1AF}" presName="ConnectLine" presStyleLbl="sibTrans1D1" presStyleIdx="6" presStyleCnt="7"/>
      <dgm:spPr>
        <a:noFill/>
        <a:ln w="6350" cap="flat" cmpd="sng" algn="ctr">
          <a:solidFill>
            <a:schemeClr val="accent1">
              <a:hueOff val="0"/>
              <a:satOff val="0"/>
              <a:lumOff val="0"/>
              <a:alphaOff val="0"/>
            </a:schemeClr>
          </a:solidFill>
          <a:prstDash val="dash"/>
          <a:miter lim="800000"/>
        </a:ln>
        <a:effectLst/>
      </dgm:spPr>
    </dgm:pt>
    <dgm:pt modelId="{1E9D4B81-E059-44B4-A032-744EB6AD0515}" type="pres">
      <dgm:prSet presAssocID="{0525AC8B-7B64-4594-B7FC-8487A129A1AF}" presName="ConnectorPoint" presStyleLbl="alignNode1" presStyleIdx="6" presStyleCnt="7"/>
      <dgm:spPr/>
    </dgm:pt>
    <dgm:pt modelId="{3C72B640-0340-4659-B5A0-F310D6B555EE}" type="pres">
      <dgm:prSet presAssocID="{0525AC8B-7B64-4594-B7FC-8487A129A1AF}" presName="EmptyPlaceHolder" presStyleCnt="0"/>
      <dgm:spPr/>
    </dgm:pt>
  </dgm:ptLst>
  <dgm:cxnLst>
    <dgm:cxn modelId="{6C8BD700-E07C-4DEA-9773-61BA8853FA19}" type="presOf" srcId="{F9D1FC0F-DB93-407C-9EF8-F65A11DEA51F}" destId="{8932FF6B-46EA-439C-BB5C-9AEE7938FB85}" srcOrd="0" destOrd="0" presId="urn:microsoft.com/office/officeart/2016/7/layout/BasicTimeline"/>
    <dgm:cxn modelId="{555E360B-CA46-4426-8401-B3716261C894}" srcId="{239E43F5-FBFB-4DF4-A165-631B02E9EE22}" destId="{09B4E578-5AB0-4836-AAE7-EA6F762D4B9C}" srcOrd="0" destOrd="0" parTransId="{6676BEF1-2874-42A2-ACC4-8F5E0EAE3580}" sibTransId="{8E3BACD9-DA7E-4E48-B4CB-73BA3FDE6BFE}"/>
    <dgm:cxn modelId="{993CA111-3AC4-49B2-8095-556637D97796}" srcId="{F9D1FC0F-DB93-407C-9EF8-F65A11DEA51F}" destId="{66E26806-5C60-4507-944E-3AE0273C68E6}" srcOrd="0" destOrd="0" parTransId="{4E72EBA0-77F6-4384-872A-60F22361F60F}" sibTransId="{BD4ED6E5-A215-4ABC-BB4B-DC58266D2FBA}"/>
    <dgm:cxn modelId="{6052041B-BE32-4E00-8AB7-66E2FD83B676}" type="presOf" srcId="{66E26806-5C60-4507-944E-3AE0273C68E6}" destId="{7D0292FE-F122-4F1B-B480-2781A3BEC6FF}" srcOrd="0" destOrd="0" presId="urn:microsoft.com/office/officeart/2016/7/layout/BasicTimeline"/>
    <dgm:cxn modelId="{A0762224-B76A-49F6-8726-4B09F5418046}" type="presOf" srcId="{C10DE448-2C36-4103-9D04-145D0DE323DF}" destId="{DAF353D2-1594-4D39-9B67-4D9237BD0BF5}" srcOrd="0" destOrd="0" presId="urn:microsoft.com/office/officeart/2016/7/layout/BasicTimeline"/>
    <dgm:cxn modelId="{38D5B625-F106-4E48-926B-54DAB03839FD}" srcId="{239E43F5-FBFB-4DF4-A165-631B02E9EE22}" destId="{C10DE448-2C36-4103-9D04-145D0DE323DF}" srcOrd="5" destOrd="0" parTransId="{80CACD13-999F-4DEB-9D64-3FA0B502BE73}" sibTransId="{809FA720-0EE3-4D2A-82A7-B092220120C7}"/>
    <dgm:cxn modelId="{787D9E28-BA30-4ABE-A8E9-D0725DA2E8BF}" srcId="{239E43F5-FBFB-4DF4-A165-631B02E9EE22}" destId="{0525AC8B-7B64-4594-B7FC-8487A129A1AF}" srcOrd="6" destOrd="0" parTransId="{8443FECC-1836-449A-AA74-BE5A2A21F13E}" sibTransId="{2A7232C5-8BA3-441D-8D28-706AB178069A}"/>
    <dgm:cxn modelId="{285AA939-FD7E-4F12-B83B-19F2794B4A57}" type="presOf" srcId="{0525AC8B-7B64-4594-B7FC-8487A129A1AF}" destId="{C2172C7D-4BDE-4111-9603-1C833AA7AF61}" srcOrd="0" destOrd="0" presId="urn:microsoft.com/office/officeart/2016/7/layout/BasicTimeline"/>
    <dgm:cxn modelId="{4508425E-B0CE-430E-A35C-E6FA80057F60}" srcId="{C10DE448-2C36-4103-9D04-145D0DE323DF}" destId="{AABA76D0-312B-4209-9B01-2BA07A2D4FA8}" srcOrd="0" destOrd="0" parTransId="{5848A960-0240-4A2D-9BBB-3434F3E5EBF0}" sibTransId="{58E1BB1C-BF8E-465B-A533-1CDD3C1E0596}"/>
    <dgm:cxn modelId="{A2058561-9543-4E95-B479-C78D0AF76D72}" srcId="{239E43F5-FBFB-4DF4-A165-631B02E9EE22}" destId="{6E41E42B-FAF9-4FF2-9F08-2838CF4ACA7D}" srcOrd="1" destOrd="0" parTransId="{00D152C1-6DC7-4290-8B03-0794443069A1}" sibTransId="{278A054F-ECF9-4B09-8389-540E22A36E85}"/>
    <dgm:cxn modelId="{60BF8D47-6C45-4355-83E4-0485DAED3A06}" srcId="{09B4E578-5AB0-4836-AAE7-EA6F762D4B9C}" destId="{2AB412E9-1D33-4574-B785-640471945B12}" srcOrd="0" destOrd="0" parTransId="{27715270-BE5A-4800-A31A-1C25F5264B6F}" sibTransId="{ADD7EFDF-AFEA-4AA1-9ED4-637B896AC0FF}"/>
    <dgm:cxn modelId="{44F7AA68-D92C-42C8-9C41-1FCCA453F963}" srcId="{0525AC8B-7B64-4594-B7FC-8487A129A1AF}" destId="{6954063A-5551-4FB9-A8AA-3E6B9BE43105}" srcOrd="0" destOrd="0" parTransId="{93B3F246-3A2B-4276-B4F9-1608185CD9D3}" sibTransId="{AE43B18E-CAA0-4DE7-AC78-C352B7FEA321}"/>
    <dgm:cxn modelId="{167FAE48-F2D2-45A1-88DE-EBDD7AC5B45F}" srcId="{6E41E42B-FAF9-4FF2-9F08-2838CF4ACA7D}" destId="{C2CD5B0B-0006-4440-838D-6D76684FCCAD}" srcOrd="0" destOrd="0" parTransId="{A749D2B0-CD90-4FB0-89FA-F09BC88EA23B}" sibTransId="{571D23E3-3C73-4E5E-A530-1F316945DBB6}"/>
    <dgm:cxn modelId="{5E17E86C-1CD2-4147-989C-5BFB41425E62}" srcId="{F9D1FC0F-DB93-407C-9EF8-F65A11DEA51F}" destId="{E5A7CA46-9D51-40C9-8033-D9F35240A48F}" srcOrd="1" destOrd="0" parTransId="{EDDE9D9C-F84B-4EB3-9006-D449A4E05498}" sibTransId="{5F1BE292-E444-4F19-8140-2E759C75ECA7}"/>
    <dgm:cxn modelId="{BB51924F-1640-40DD-8F7C-3F4D0EA89D15}" srcId="{804409AE-30DC-4FA2-B52D-224BF1A10DA3}" destId="{468A701C-DD76-4D3E-AADA-73B21A3DE848}" srcOrd="0" destOrd="0" parTransId="{576E8F28-BFAF-4134-BA99-C6AF572BCA9C}" sibTransId="{51BCB7E1-E541-4968-83C0-DB134640BE52}"/>
    <dgm:cxn modelId="{879BA951-5F68-4CC6-8D6C-C060A532D8AB}" srcId="{239E43F5-FBFB-4DF4-A165-631B02E9EE22}" destId="{804409AE-30DC-4FA2-B52D-224BF1A10DA3}" srcOrd="4" destOrd="0" parTransId="{40F53962-E2A9-4F01-AA53-83E01AD1EA20}" sibTransId="{F10CE3E1-CA68-41D6-846C-865CD883301F}"/>
    <dgm:cxn modelId="{661B2C79-C626-4B58-98B6-A2110E5227D5}" type="presOf" srcId="{C2CD5B0B-0006-4440-838D-6D76684FCCAD}" destId="{F8A8A5D6-B10E-4982-9158-DC6B79CE52C2}" srcOrd="0" destOrd="0" presId="urn:microsoft.com/office/officeart/2016/7/layout/BasicTimeline"/>
    <dgm:cxn modelId="{BD16657F-9BDA-4F7C-8419-C0958E17B025}" srcId="{239E43F5-FBFB-4DF4-A165-631B02E9EE22}" destId="{F9D1FC0F-DB93-407C-9EF8-F65A11DEA51F}" srcOrd="3" destOrd="0" parTransId="{E9CA6FBE-2A7D-4DD3-978E-E045E51685A8}" sibTransId="{84A32A4C-AA3D-461B-B42E-120E14D1DAA7}"/>
    <dgm:cxn modelId="{F5B19282-0DE8-4F89-90C8-0178FFE27E33}" type="presOf" srcId="{AABA76D0-312B-4209-9B01-2BA07A2D4FA8}" destId="{E0D161E5-120E-4CA8-A976-792741F130C1}" srcOrd="0" destOrd="0" presId="urn:microsoft.com/office/officeart/2016/7/layout/BasicTimeline"/>
    <dgm:cxn modelId="{5338B183-44A6-4F5B-938B-23B78FA89530}" srcId="{F9D1FC0F-DB93-407C-9EF8-F65A11DEA51F}" destId="{0151891E-71A2-47ED-82CE-677EE1FFCB3C}" srcOrd="2" destOrd="0" parTransId="{DD35C38A-BDC4-4971-B93C-1819016EB93A}" sibTransId="{C2EF0DCB-BC6D-4DD5-BC4F-5AF92D241566}"/>
    <dgm:cxn modelId="{07035891-F98B-4ADF-91EC-347509BE6735}" type="presOf" srcId="{468A701C-DD76-4D3E-AADA-73B21A3DE848}" destId="{79A84864-1F12-4F97-AAF0-4D3354277C35}" srcOrd="0" destOrd="0" presId="urn:microsoft.com/office/officeart/2016/7/layout/BasicTimeline"/>
    <dgm:cxn modelId="{AF611796-6DF9-42F8-9AEF-EB819E741BEA}" type="presOf" srcId="{6E41E42B-FAF9-4FF2-9F08-2838CF4ACA7D}" destId="{07F1603F-680D-4BFE-900F-E6205A292680}" srcOrd="0" destOrd="0" presId="urn:microsoft.com/office/officeart/2016/7/layout/BasicTimeline"/>
    <dgm:cxn modelId="{C88EDA96-0255-4165-B85A-7FD6104E81EB}" type="presOf" srcId="{E5A7CA46-9D51-40C9-8033-D9F35240A48F}" destId="{7D0292FE-F122-4F1B-B480-2781A3BEC6FF}" srcOrd="0" destOrd="1" presId="urn:microsoft.com/office/officeart/2016/7/layout/BasicTimeline"/>
    <dgm:cxn modelId="{AE982F9D-EBE7-4D0C-A308-65B2436C0E01}" type="presOf" srcId="{B82DDEC1-1241-4450-BE7A-30F23EC2D6AF}" destId="{F2295D3B-15B2-4AAB-BC24-3E928F9616F6}" srcOrd="0" destOrd="0" presId="urn:microsoft.com/office/officeart/2016/7/layout/BasicTimeline"/>
    <dgm:cxn modelId="{6B4907B0-E653-4F10-91E6-87AFEAF2A749}" type="presOf" srcId="{804409AE-30DC-4FA2-B52D-224BF1A10DA3}" destId="{4EA0A3A4-92A9-4737-86F0-76D25AA1DE9A}" srcOrd="0" destOrd="0" presId="urn:microsoft.com/office/officeart/2016/7/layout/BasicTimeline"/>
    <dgm:cxn modelId="{750C90BC-077B-47E7-9D66-53CB80987CCD}" type="presOf" srcId="{239E43F5-FBFB-4DF4-A165-631B02E9EE22}" destId="{59DC387F-98D4-4286-8003-98DB0488C68B}" srcOrd="0" destOrd="0" presId="urn:microsoft.com/office/officeart/2016/7/layout/BasicTimeline"/>
    <dgm:cxn modelId="{717397BF-6435-4E2C-AEFA-DC5144D71EFC}" type="presOf" srcId="{0151891E-71A2-47ED-82CE-677EE1FFCB3C}" destId="{7D0292FE-F122-4F1B-B480-2781A3BEC6FF}" srcOrd="0" destOrd="2" presId="urn:microsoft.com/office/officeart/2016/7/layout/BasicTimeline"/>
    <dgm:cxn modelId="{437F9ABF-1B66-4DFD-991F-616015DCB3DD}" type="presOf" srcId="{2AB412E9-1D33-4574-B785-640471945B12}" destId="{205BE150-3297-4467-94E0-6E2F5A44A8E1}" srcOrd="0" destOrd="0" presId="urn:microsoft.com/office/officeart/2016/7/layout/BasicTimeline"/>
    <dgm:cxn modelId="{D2E1FFBF-4B70-49E1-830B-350E6F34BC31}" srcId="{31EE0E51-AF62-4BDA-97FF-9B479EC78B68}" destId="{B82DDEC1-1241-4450-BE7A-30F23EC2D6AF}" srcOrd="0" destOrd="0" parTransId="{82A9F713-5A84-447F-ADDA-AA50E69A5718}" sibTransId="{E82EDDE2-7E2F-4AC3-9DDB-90060BC0FA98}"/>
    <dgm:cxn modelId="{6F485DD2-5948-42DC-B4D8-60918FA85AAD}" srcId="{239E43F5-FBFB-4DF4-A165-631B02E9EE22}" destId="{31EE0E51-AF62-4BDA-97FF-9B479EC78B68}" srcOrd="2" destOrd="0" parTransId="{CE947828-5733-479A-A4EA-B309E1ED8EB6}" sibTransId="{3E0BC60F-F275-43DB-8A3B-762966D3C5C8}"/>
    <dgm:cxn modelId="{20BBA0E2-7BC7-4015-954D-B676D14D630E}" type="presOf" srcId="{6954063A-5551-4FB9-A8AA-3E6B9BE43105}" destId="{9DA59C11-1E1A-4A5D-8947-402DC6A8FD60}" srcOrd="0" destOrd="0" presId="urn:microsoft.com/office/officeart/2016/7/layout/BasicTimeline"/>
    <dgm:cxn modelId="{F63198F3-0039-47C8-A9C6-CB121507995E}" type="presOf" srcId="{09B4E578-5AB0-4836-AAE7-EA6F762D4B9C}" destId="{1AD22316-5D05-41D2-A3D4-8150E594BFF5}" srcOrd="0" destOrd="0" presId="urn:microsoft.com/office/officeart/2016/7/layout/BasicTimeline"/>
    <dgm:cxn modelId="{8D4D53FD-46ED-4EE9-8F75-007C8D05CCE4}" type="presOf" srcId="{31EE0E51-AF62-4BDA-97FF-9B479EC78B68}" destId="{0D3496C1-C041-4644-B6DC-A8091CC03581}" srcOrd="0" destOrd="0" presId="urn:microsoft.com/office/officeart/2016/7/layout/BasicTimeline"/>
    <dgm:cxn modelId="{96BB706A-DD25-4D1A-AFA9-162CC4AFCDE6}" type="presParOf" srcId="{59DC387F-98D4-4286-8003-98DB0488C68B}" destId="{FC5ECBBD-D8A2-42B8-AB47-E30C8F40E027}" srcOrd="0" destOrd="0" presId="urn:microsoft.com/office/officeart/2016/7/layout/BasicTimeline"/>
    <dgm:cxn modelId="{3A8F749A-6530-423B-A009-950D094E7FD5}" type="presParOf" srcId="{59DC387F-98D4-4286-8003-98DB0488C68B}" destId="{E9D0399E-F570-40A9-8A72-7B2B4E40BD14}" srcOrd="1" destOrd="0" presId="urn:microsoft.com/office/officeart/2016/7/layout/BasicTimeline"/>
    <dgm:cxn modelId="{E86B1F7F-B7C0-403C-BA3F-6AA348235BC3}" type="presParOf" srcId="{E9D0399E-F570-40A9-8A72-7B2B4E40BD14}" destId="{6C042605-402E-4043-ADB1-76E1A7AFDD02}" srcOrd="0" destOrd="0" presId="urn:microsoft.com/office/officeart/2016/7/layout/BasicTimeline"/>
    <dgm:cxn modelId="{BC51E511-07BF-4F38-950C-7DA8813FC325}" type="presParOf" srcId="{6C042605-402E-4043-ADB1-76E1A7AFDD02}" destId="{1AD22316-5D05-41D2-A3D4-8150E594BFF5}" srcOrd="0" destOrd="0" presId="urn:microsoft.com/office/officeart/2016/7/layout/BasicTimeline"/>
    <dgm:cxn modelId="{480673C2-986A-40B0-B061-153484C657FE}" type="presParOf" srcId="{6C042605-402E-4043-ADB1-76E1A7AFDD02}" destId="{03551F58-C02C-4136-AA2C-4C6492FDCAFD}" srcOrd="1" destOrd="0" presId="urn:microsoft.com/office/officeart/2016/7/layout/BasicTimeline"/>
    <dgm:cxn modelId="{72BD8C1E-772E-4AE0-BF87-88C0A7A9F54F}" type="presParOf" srcId="{03551F58-C02C-4136-AA2C-4C6492FDCAFD}" destId="{205BE150-3297-4467-94E0-6E2F5A44A8E1}" srcOrd="0" destOrd="0" presId="urn:microsoft.com/office/officeart/2016/7/layout/BasicTimeline"/>
    <dgm:cxn modelId="{C067E297-4833-4779-A737-E6A336651D69}" type="presParOf" srcId="{03551F58-C02C-4136-AA2C-4C6492FDCAFD}" destId="{2F86AD8D-BCC9-4EA4-896D-074E272B2587}" srcOrd="1" destOrd="0" presId="urn:microsoft.com/office/officeart/2016/7/layout/BasicTimeline"/>
    <dgm:cxn modelId="{6BAF1357-6EFF-4F11-8327-EEA8B53C3FBD}" type="presParOf" srcId="{6C042605-402E-4043-ADB1-76E1A7AFDD02}" destId="{A118B292-11C8-4115-A55F-0C3E8D9CB383}" srcOrd="2" destOrd="0" presId="urn:microsoft.com/office/officeart/2016/7/layout/BasicTimeline"/>
    <dgm:cxn modelId="{E5F9F100-F84F-4343-8196-8B3B9BDDCE2D}" type="presParOf" srcId="{6C042605-402E-4043-ADB1-76E1A7AFDD02}" destId="{CF7749B1-2985-4DA4-A7F8-0424662192A7}" srcOrd="3" destOrd="0" presId="urn:microsoft.com/office/officeart/2016/7/layout/BasicTimeline"/>
    <dgm:cxn modelId="{69278DE6-5540-4357-B746-3A3734C6CAAC}" type="presParOf" srcId="{6C042605-402E-4043-ADB1-76E1A7AFDD02}" destId="{6758FEB6-5334-47E1-9CC0-B279E00A4B13}" srcOrd="4" destOrd="0" presId="urn:microsoft.com/office/officeart/2016/7/layout/BasicTimeline"/>
    <dgm:cxn modelId="{BFF58C35-B409-46DE-8732-0C8857A0462C}" type="presParOf" srcId="{E9D0399E-F570-40A9-8A72-7B2B4E40BD14}" destId="{974AC35E-FD9D-4191-82B2-84DA0FA01419}" srcOrd="1" destOrd="0" presId="urn:microsoft.com/office/officeart/2016/7/layout/BasicTimeline"/>
    <dgm:cxn modelId="{C5D55670-5DE3-4F58-A55A-7ED41E4B02B6}" type="presParOf" srcId="{E9D0399E-F570-40A9-8A72-7B2B4E40BD14}" destId="{CB39CF3A-A41A-47F9-907A-2D8B8CA38355}" srcOrd="2" destOrd="0" presId="urn:microsoft.com/office/officeart/2016/7/layout/BasicTimeline"/>
    <dgm:cxn modelId="{233291B6-1EFE-4D24-B932-AE20CD66AF3C}" type="presParOf" srcId="{CB39CF3A-A41A-47F9-907A-2D8B8CA38355}" destId="{07F1603F-680D-4BFE-900F-E6205A292680}" srcOrd="0" destOrd="0" presId="urn:microsoft.com/office/officeart/2016/7/layout/BasicTimeline"/>
    <dgm:cxn modelId="{96E393B3-4730-43F1-A07E-A69A75691FD6}" type="presParOf" srcId="{CB39CF3A-A41A-47F9-907A-2D8B8CA38355}" destId="{E2ED3646-311F-4B91-B6F9-E724FE76A6D9}" srcOrd="1" destOrd="0" presId="urn:microsoft.com/office/officeart/2016/7/layout/BasicTimeline"/>
    <dgm:cxn modelId="{36942EBD-4266-49B3-9413-6A80B8778E34}" type="presParOf" srcId="{E2ED3646-311F-4B91-B6F9-E724FE76A6D9}" destId="{F8A8A5D6-B10E-4982-9158-DC6B79CE52C2}" srcOrd="0" destOrd="0" presId="urn:microsoft.com/office/officeart/2016/7/layout/BasicTimeline"/>
    <dgm:cxn modelId="{6F245354-2A5B-43E8-9ECC-EF16AFDC6B1A}" type="presParOf" srcId="{E2ED3646-311F-4B91-B6F9-E724FE76A6D9}" destId="{3F9DFEB5-A237-4114-A60F-BC84DE557718}" srcOrd="1" destOrd="0" presId="urn:microsoft.com/office/officeart/2016/7/layout/BasicTimeline"/>
    <dgm:cxn modelId="{7EE07D65-79BF-4398-835F-FF6AAED6FACD}" type="presParOf" srcId="{CB39CF3A-A41A-47F9-907A-2D8B8CA38355}" destId="{020B61D1-AD42-49D9-AB9C-DA932BC2BDC7}" srcOrd="2" destOrd="0" presId="urn:microsoft.com/office/officeart/2016/7/layout/BasicTimeline"/>
    <dgm:cxn modelId="{62441BC7-A764-4BC6-9BEB-BCF3A780D1FF}" type="presParOf" srcId="{CB39CF3A-A41A-47F9-907A-2D8B8CA38355}" destId="{6D34DA3C-D0BA-4926-926D-6DEEC6041747}" srcOrd="3" destOrd="0" presId="urn:microsoft.com/office/officeart/2016/7/layout/BasicTimeline"/>
    <dgm:cxn modelId="{B6ECDA5F-8D53-43DA-A06D-2011E2EDDE09}" type="presParOf" srcId="{CB39CF3A-A41A-47F9-907A-2D8B8CA38355}" destId="{ECA7C5CE-E120-4800-99C3-63AFE82714D0}" srcOrd="4" destOrd="0" presId="urn:microsoft.com/office/officeart/2016/7/layout/BasicTimeline"/>
    <dgm:cxn modelId="{3AC80601-7975-410A-8D48-3BC7F00D5E8A}" type="presParOf" srcId="{E9D0399E-F570-40A9-8A72-7B2B4E40BD14}" destId="{C3996B22-0B16-4499-B71B-7DAA90581127}" srcOrd="3" destOrd="0" presId="urn:microsoft.com/office/officeart/2016/7/layout/BasicTimeline"/>
    <dgm:cxn modelId="{8FAB5524-70E4-4B35-961E-04BA73C734A7}" type="presParOf" srcId="{E9D0399E-F570-40A9-8A72-7B2B4E40BD14}" destId="{6FA98E8D-482D-4487-A750-A11C03B4C873}" srcOrd="4" destOrd="0" presId="urn:microsoft.com/office/officeart/2016/7/layout/BasicTimeline"/>
    <dgm:cxn modelId="{7D33EBDB-7751-4D8A-915D-5B4A582512B2}" type="presParOf" srcId="{6FA98E8D-482D-4487-A750-A11C03B4C873}" destId="{0D3496C1-C041-4644-B6DC-A8091CC03581}" srcOrd="0" destOrd="0" presId="urn:microsoft.com/office/officeart/2016/7/layout/BasicTimeline"/>
    <dgm:cxn modelId="{8A7FD3C4-DD9A-47D4-A0E4-6CE03B3DE949}" type="presParOf" srcId="{6FA98E8D-482D-4487-A750-A11C03B4C873}" destId="{657E1531-CA39-452E-B0E2-8E6C32CE865B}" srcOrd="1" destOrd="0" presId="urn:microsoft.com/office/officeart/2016/7/layout/BasicTimeline"/>
    <dgm:cxn modelId="{09EB7CA3-BB70-4A83-86C9-DF13A0C3AC7A}" type="presParOf" srcId="{657E1531-CA39-452E-B0E2-8E6C32CE865B}" destId="{F2295D3B-15B2-4AAB-BC24-3E928F9616F6}" srcOrd="0" destOrd="0" presId="urn:microsoft.com/office/officeart/2016/7/layout/BasicTimeline"/>
    <dgm:cxn modelId="{FA3B4415-7295-4FBF-B210-A8542BCE964C}" type="presParOf" srcId="{657E1531-CA39-452E-B0E2-8E6C32CE865B}" destId="{F061C532-B04B-4E42-BB6B-D4092E776A1A}" srcOrd="1" destOrd="0" presId="urn:microsoft.com/office/officeart/2016/7/layout/BasicTimeline"/>
    <dgm:cxn modelId="{D3091E40-97B5-4B34-8773-8989196FABD7}" type="presParOf" srcId="{6FA98E8D-482D-4487-A750-A11C03B4C873}" destId="{42F858B0-29D8-4CA6-B2B4-0DAABA2C8755}" srcOrd="2" destOrd="0" presId="urn:microsoft.com/office/officeart/2016/7/layout/BasicTimeline"/>
    <dgm:cxn modelId="{33079D6A-EF0B-483C-8D81-C9207CB62976}" type="presParOf" srcId="{6FA98E8D-482D-4487-A750-A11C03B4C873}" destId="{DA7C1EF1-2877-43E1-BDCC-B3BBC7649B3F}" srcOrd="3" destOrd="0" presId="urn:microsoft.com/office/officeart/2016/7/layout/BasicTimeline"/>
    <dgm:cxn modelId="{8547C9C8-14F6-4BF2-9D82-47FCAD1562ED}" type="presParOf" srcId="{6FA98E8D-482D-4487-A750-A11C03B4C873}" destId="{71E4E91C-4647-42DA-AD96-776A2AE03F86}" srcOrd="4" destOrd="0" presId="urn:microsoft.com/office/officeart/2016/7/layout/BasicTimeline"/>
    <dgm:cxn modelId="{9D2F2C3B-147C-4B82-8719-347CED6A7475}" type="presParOf" srcId="{E9D0399E-F570-40A9-8A72-7B2B4E40BD14}" destId="{92257A29-6AC0-4B30-979A-2D7B8E52547B}" srcOrd="5" destOrd="0" presId="urn:microsoft.com/office/officeart/2016/7/layout/BasicTimeline"/>
    <dgm:cxn modelId="{5BF475C2-ACD8-41B0-8B64-0FE4D5DCAFFA}" type="presParOf" srcId="{E9D0399E-F570-40A9-8A72-7B2B4E40BD14}" destId="{43C19764-4EEE-4552-B317-24950EA05A36}" srcOrd="6" destOrd="0" presId="urn:microsoft.com/office/officeart/2016/7/layout/BasicTimeline"/>
    <dgm:cxn modelId="{D981F6DD-42B3-4BD4-958E-B5D54163BF70}" type="presParOf" srcId="{43C19764-4EEE-4552-B317-24950EA05A36}" destId="{8932FF6B-46EA-439C-BB5C-9AEE7938FB85}" srcOrd="0" destOrd="0" presId="urn:microsoft.com/office/officeart/2016/7/layout/BasicTimeline"/>
    <dgm:cxn modelId="{8FF593B5-B16D-4FCE-AABA-CD171B3D277D}" type="presParOf" srcId="{43C19764-4EEE-4552-B317-24950EA05A36}" destId="{A28A938D-CA1C-4406-B80B-08223909E550}" srcOrd="1" destOrd="0" presId="urn:microsoft.com/office/officeart/2016/7/layout/BasicTimeline"/>
    <dgm:cxn modelId="{6A202870-ABAC-4C6D-9423-6B00CBD0C1DB}" type="presParOf" srcId="{A28A938D-CA1C-4406-B80B-08223909E550}" destId="{7D0292FE-F122-4F1B-B480-2781A3BEC6FF}" srcOrd="0" destOrd="0" presId="urn:microsoft.com/office/officeart/2016/7/layout/BasicTimeline"/>
    <dgm:cxn modelId="{4F7B48F3-1EEB-4BC6-A4FB-811FD0FB4A7D}" type="presParOf" srcId="{A28A938D-CA1C-4406-B80B-08223909E550}" destId="{D49EE330-C7B5-431E-A1DA-626593BD55E4}" srcOrd="1" destOrd="0" presId="urn:microsoft.com/office/officeart/2016/7/layout/BasicTimeline"/>
    <dgm:cxn modelId="{7283FBDD-681A-444E-BEF3-42E7261B7BC2}" type="presParOf" srcId="{43C19764-4EEE-4552-B317-24950EA05A36}" destId="{8A4BC299-3F10-4D41-AF46-C4C50DA4C66E}" srcOrd="2" destOrd="0" presId="urn:microsoft.com/office/officeart/2016/7/layout/BasicTimeline"/>
    <dgm:cxn modelId="{01FAD086-D2DD-472B-8B0A-0A8FCD7BBE00}" type="presParOf" srcId="{43C19764-4EEE-4552-B317-24950EA05A36}" destId="{4A372ECB-D018-429D-9A5E-4F6AB1802F9E}" srcOrd="3" destOrd="0" presId="urn:microsoft.com/office/officeart/2016/7/layout/BasicTimeline"/>
    <dgm:cxn modelId="{7DC2892B-7444-4671-84D5-A14E9A601A44}" type="presParOf" srcId="{43C19764-4EEE-4552-B317-24950EA05A36}" destId="{1EFC4C00-10EA-4216-BB47-CD8DC541662E}" srcOrd="4" destOrd="0" presId="urn:microsoft.com/office/officeart/2016/7/layout/BasicTimeline"/>
    <dgm:cxn modelId="{2C8A143A-7EDB-47E5-863A-097D02A63BD9}" type="presParOf" srcId="{E9D0399E-F570-40A9-8A72-7B2B4E40BD14}" destId="{49D25EEB-B22C-4D0B-8511-653A5C04BA24}" srcOrd="7" destOrd="0" presId="urn:microsoft.com/office/officeart/2016/7/layout/BasicTimeline"/>
    <dgm:cxn modelId="{702925B0-3098-4355-90E2-60CDD8A99481}" type="presParOf" srcId="{E9D0399E-F570-40A9-8A72-7B2B4E40BD14}" destId="{7D85A85C-5AA9-4D7B-9F67-D8BC55603C82}" srcOrd="8" destOrd="0" presId="urn:microsoft.com/office/officeart/2016/7/layout/BasicTimeline"/>
    <dgm:cxn modelId="{74FB26BE-A1D5-42EE-BA65-B29145DDAAAE}" type="presParOf" srcId="{7D85A85C-5AA9-4D7B-9F67-D8BC55603C82}" destId="{4EA0A3A4-92A9-4737-86F0-76D25AA1DE9A}" srcOrd="0" destOrd="0" presId="urn:microsoft.com/office/officeart/2016/7/layout/BasicTimeline"/>
    <dgm:cxn modelId="{3F6FE8EC-31C2-45E6-9F61-393F85404AA2}" type="presParOf" srcId="{7D85A85C-5AA9-4D7B-9F67-D8BC55603C82}" destId="{F4991D92-4358-43C8-B522-20DA7B3F0A09}" srcOrd="1" destOrd="0" presId="urn:microsoft.com/office/officeart/2016/7/layout/BasicTimeline"/>
    <dgm:cxn modelId="{0B4C5FCF-8A26-44E7-A365-D9D051F03BBE}" type="presParOf" srcId="{F4991D92-4358-43C8-B522-20DA7B3F0A09}" destId="{79A84864-1F12-4F97-AAF0-4D3354277C35}" srcOrd="0" destOrd="0" presId="urn:microsoft.com/office/officeart/2016/7/layout/BasicTimeline"/>
    <dgm:cxn modelId="{87186AF7-6CEE-428C-954C-FCDAE6341CBD}" type="presParOf" srcId="{F4991D92-4358-43C8-B522-20DA7B3F0A09}" destId="{3F10E78A-DDB9-47A3-ACFC-CE5CE31EC0EB}" srcOrd="1" destOrd="0" presId="urn:microsoft.com/office/officeart/2016/7/layout/BasicTimeline"/>
    <dgm:cxn modelId="{FC4206B9-BB67-4F98-BC46-4EAA4336D96C}" type="presParOf" srcId="{7D85A85C-5AA9-4D7B-9F67-D8BC55603C82}" destId="{6A9559B4-F5E5-4F0C-917E-6634972136C1}" srcOrd="2" destOrd="0" presId="urn:microsoft.com/office/officeart/2016/7/layout/BasicTimeline"/>
    <dgm:cxn modelId="{F8AFD027-037A-4CFA-B234-EF6C61F3E46F}" type="presParOf" srcId="{7D85A85C-5AA9-4D7B-9F67-D8BC55603C82}" destId="{373A45DB-A460-41A6-A7D0-FD7EF9EB1C84}" srcOrd="3" destOrd="0" presId="urn:microsoft.com/office/officeart/2016/7/layout/BasicTimeline"/>
    <dgm:cxn modelId="{78CB4BFD-B61D-456E-A694-08F03C3C352C}" type="presParOf" srcId="{7D85A85C-5AA9-4D7B-9F67-D8BC55603C82}" destId="{7A0F6181-5BD4-46CB-A28E-32255C938CA9}" srcOrd="4" destOrd="0" presId="urn:microsoft.com/office/officeart/2016/7/layout/BasicTimeline"/>
    <dgm:cxn modelId="{3FBB06CC-88C4-4C40-A6A8-5B4E2AF4821F}" type="presParOf" srcId="{E9D0399E-F570-40A9-8A72-7B2B4E40BD14}" destId="{5E90BB11-03B7-4C79-855E-40125C431EC6}" srcOrd="9" destOrd="0" presId="urn:microsoft.com/office/officeart/2016/7/layout/BasicTimeline"/>
    <dgm:cxn modelId="{17B7E951-29A3-4DFB-BA93-8191831FB069}" type="presParOf" srcId="{E9D0399E-F570-40A9-8A72-7B2B4E40BD14}" destId="{EFF8A53B-3092-4252-8739-9458FC2A76D8}" srcOrd="10" destOrd="0" presId="urn:microsoft.com/office/officeart/2016/7/layout/BasicTimeline"/>
    <dgm:cxn modelId="{B1590CCD-FF0F-4A28-887F-B9D56F817903}" type="presParOf" srcId="{EFF8A53B-3092-4252-8739-9458FC2A76D8}" destId="{DAF353D2-1594-4D39-9B67-4D9237BD0BF5}" srcOrd="0" destOrd="0" presId="urn:microsoft.com/office/officeart/2016/7/layout/BasicTimeline"/>
    <dgm:cxn modelId="{1A811728-0C04-4FFC-8FB5-EFB71EB70D29}" type="presParOf" srcId="{EFF8A53B-3092-4252-8739-9458FC2A76D8}" destId="{88BBC634-21F6-4E6A-B108-0F9D0D8D5492}" srcOrd="1" destOrd="0" presId="urn:microsoft.com/office/officeart/2016/7/layout/BasicTimeline"/>
    <dgm:cxn modelId="{4AB9F764-B2CB-4596-B8C9-DAD1F5FEA804}" type="presParOf" srcId="{88BBC634-21F6-4E6A-B108-0F9D0D8D5492}" destId="{E0D161E5-120E-4CA8-A976-792741F130C1}" srcOrd="0" destOrd="0" presId="urn:microsoft.com/office/officeart/2016/7/layout/BasicTimeline"/>
    <dgm:cxn modelId="{530D133A-BAF8-496D-A4A1-50F6CC707E4E}" type="presParOf" srcId="{88BBC634-21F6-4E6A-B108-0F9D0D8D5492}" destId="{EBCFDE34-5ACC-4C37-9AA3-8A6CC958F0E4}" srcOrd="1" destOrd="0" presId="urn:microsoft.com/office/officeart/2016/7/layout/BasicTimeline"/>
    <dgm:cxn modelId="{429B909D-7E4C-48AE-9307-7AE1074F5AAA}" type="presParOf" srcId="{EFF8A53B-3092-4252-8739-9458FC2A76D8}" destId="{80C11983-04EB-489C-BEEA-6DE0A1BDB9AE}" srcOrd="2" destOrd="0" presId="urn:microsoft.com/office/officeart/2016/7/layout/BasicTimeline"/>
    <dgm:cxn modelId="{23ECD72C-F27E-44A8-8E3D-5C16A8B18255}" type="presParOf" srcId="{EFF8A53B-3092-4252-8739-9458FC2A76D8}" destId="{A0447FF4-989E-44F3-B6AB-1B78220C15E0}" srcOrd="3" destOrd="0" presId="urn:microsoft.com/office/officeart/2016/7/layout/BasicTimeline"/>
    <dgm:cxn modelId="{4AF97F15-7708-4C1B-B267-819832402B30}" type="presParOf" srcId="{EFF8A53B-3092-4252-8739-9458FC2A76D8}" destId="{5ADCD478-179C-419E-B053-00291A491792}" srcOrd="4" destOrd="0" presId="urn:microsoft.com/office/officeart/2016/7/layout/BasicTimeline"/>
    <dgm:cxn modelId="{1ECC1707-DE48-4BD2-9C31-3278CB63B8C2}" type="presParOf" srcId="{E9D0399E-F570-40A9-8A72-7B2B4E40BD14}" destId="{BB11FBA3-29B2-40D0-BA69-26614392F5C4}" srcOrd="11" destOrd="0" presId="urn:microsoft.com/office/officeart/2016/7/layout/BasicTimeline"/>
    <dgm:cxn modelId="{523BD8AC-D8CD-4285-898A-C8C5D31F0D27}" type="presParOf" srcId="{E9D0399E-F570-40A9-8A72-7B2B4E40BD14}" destId="{94D4BC26-2174-4FBE-8B71-A0E6E9BF9113}" srcOrd="12" destOrd="0" presId="urn:microsoft.com/office/officeart/2016/7/layout/BasicTimeline"/>
    <dgm:cxn modelId="{E1DA5E88-97F0-4A49-A9CE-A2A6A62A07C2}" type="presParOf" srcId="{94D4BC26-2174-4FBE-8B71-A0E6E9BF9113}" destId="{C2172C7D-4BDE-4111-9603-1C833AA7AF61}" srcOrd="0" destOrd="0" presId="urn:microsoft.com/office/officeart/2016/7/layout/BasicTimeline"/>
    <dgm:cxn modelId="{A76FD062-A823-4D8D-980C-31EEA119E7AD}" type="presParOf" srcId="{94D4BC26-2174-4FBE-8B71-A0E6E9BF9113}" destId="{4E3949BC-3354-47FF-B98F-47188A36B8C5}" srcOrd="1" destOrd="0" presId="urn:microsoft.com/office/officeart/2016/7/layout/BasicTimeline"/>
    <dgm:cxn modelId="{6C62DB7B-84D3-4F30-9350-A5DFAFEEAF4A}" type="presParOf" srcId="{4E3949BC-3354-47FF-B98F-47188A36B8C5}" destId="{9DA59C11-1E1A-4A5D-8947-402DC6A8FD60}" srcOrd="0" destOrd="0" presId="urn:microsoft.com/office/officeart/2016/7/layout/BasicTimeline"/>
    <dgm:cxn modelId="{537ECAD9-8129-4A78-9499-AF813C20B8FF}" type="presParOf" srcId="{4E3949BC-3354-47FF-B98F-47188A36B8C5}" destId="{EB794434-68E3-4F88-B705-92CC435F52F5}" srcOrd="1" destOrd="0" presId="urn:microsoft.com/office/officeart/2016/7/layout/BasicTimeline"/>
    <dgm:cxn modelId="{EFC2D689-4059-48E3-8B59-AA9A5BD71E95}" type="presParOf" srcId="{94D4BC26-2174-4FBE-8B71-A0E6E9BF9113}" destId="{43661AC0-3306-48CC-B0B4-E1F72146B51D}" srcOrd="2" destOrd="0" presId="urn:microsoft.com/office/officeart/2016/7/layout/BasicTimeline"/>
    <dgm:cxn modelId="{B59E7576-D328-42BE-98A8-1CE942536F2D}" type="presParOf" srcId="{94D4BC26-2174-4FBE-8B71-A0E6E9BF9113}" destId="{1E9D4B81-E059-44B4-A032-744EB6AD0515}" srcOrd="3" destOrd="0" presId="urn:microsoft.com/office/officeart/2016/7/layout/BasicTimeline"/>
    <dgm:cxn modelId="{396FCC92-5129-4D33-8CBA-EC1BA2CBDA6B}" type="presParOf" srcId="{94D4BC26-2174-4FBE-8B71-A0E6E9BF9113}" destId="{3C72B640-0340-4659-B5A0-F310D6B555EE}"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5ECBBD-D8A2-42B8-AB47-E30C8F40E027}">
      <dsp:nvSpPr>
        <dsp:cNvPr id="0" name=""/>
        <dsp:cNvSpPr/>
      </dsp:nvSpPr>
      <dsp:spPr>
        <a:xfrm>
          <a:off x="0" y="1841937"/>
          <a:ext cx="5044964" cy="0"/>
        </a:xfrm>
        <a:prstGeom prst="lin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1AD22316-5D05-41D2-A3D4-8150E594BFF5}">
      <dsp:nvSpPr>
        <dsp:cNvPr id="0" name=""/>
        <dsp:cNvSpPr/>
      </dsp:nvSpPr>
      <dsp:spPr>
        <a:xfrm>
          <a:off x="68333" y="1978240"/>
          <a:ext cx="990665" cy="416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endParaRPr lang="en-GB" sz="1400" kern="1200"/>
        </a:p>
      </dsp:txBody>
      <dsp:txXfrm>
        <a:off x="68333" y="1978240"/>
        <a:ext cx="990665" cy="416277"/>
      </dsp:txXfrm>
    </dsp:sp>
    <dsp:sp modelId="{205BE150-3297-4467-94E0-6E2F5A44A8E1}">
      <dsp:nvSpPr>
        <dsp:cNvPr id="0" name=""/>
        <dsp:cNvSpPr/>
      </dsp:nvSpPr>
      <dsp:spPr>
        <a:xfrm>
          <a:off x="788" y="513900"/>
          <a:ext cx="1125756" cy="62810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GB" sz="1200" kern="1200">
              <a:latin typeface="Univers Condensed"/>
            </a:rPr>
            <a:t>HTTP Request</a:t>
          </a:r>
          <a:endParaRPr lang="en-GB" sz="1200" kern="1200"/>
        </a:p>
      </dsp:txBody>
      <dsp:txXfrm>
        <a:off x="31449" y="544561"/>
        <a:ext cx="1064434" cy="566778"/>
      </dsp:txXfrm>
    </dsp:sp>
    <dsp:sp modelId="{A118B292-11C8-4115-A55F-0C3E8D9CB383}">
      <dsp:nvSpPr>
        <dsp:cNvPr id="0" name=""/>
        <dsp:cNvSpPr/>
      </dsp:nvSpPr>
      <dsp:spPr>
        <a:xfrm>
          <a:off x="563666" y="1142001"/>
          <a:ext cx="0" cy="699936"/>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7F1603F-680D-4BFE-900F-E6205A292680}">
      <dsp:nvSpPr>
        <dsp:cNvPr id="0" name=""/>
        <dsp:cNvSpPr/>
      </dsp:nvSpPr>
      <dsp:spPr>
        <a:xfrm>
          <a:off x="721272" y="1289356"/>
          <a:ext cx="990665" cy="416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GB" sz="1400" kern="1200" dirty="0">
              <a:latin typeface="Univers Condensed"/>
            </a:rPr>
            <a:t> </a:t>
          </a:r>
          <a:endParaRPr lang="en-GB" sz="1400" kern="1200" dirty="0"/>
        </a:p>
      </dsp:txBody>
      <dsp:txXfrm>
        <a:off x="721272" y="1289356"/>
        <a:ext cx="990665" cy="416277"/>
      </dsp:txXfrm>
    </dsp:sp>
    <dsp:sp modelId="{CF7749B1-2985-4DA4-A7F8-0424662192A7}">
      <dsp:nvSpPr>
        <dsp:cNvPr id="0" name=""/>
        <dsp:cNvSpPr/>
      </dsp:nvSpPr>
      <dsp:spPr>
        <a:xfrm>
          <a:off x="536037" y="1814308"/>
          <a:ext cx="55258" cy="5525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A8A5D6-B10E-4982-9158-DC6B79CE52C2}">
      <dsp:nvSpPr>
        <dsp:cNvPr id="0" name=""/>
        <dsp:cNvSpPr/>
      </dsp:nvSpPr>
      <dsp:spPr>
        <a:xfrm>
          <a:off x="653726" y="2541873"/>
          <a:ext cx="1125756" cy="62810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GB" sz="1200" kern="1200" dirty="0">
              <a:latin typeface="Univers Condensed"/>
            </a:rPr>
            <a:t> </a:t>
          </a:r>
          <a:r>
            <a:rPr lang="en-GB" sz="1200" kern="1200">
              <a:latin typeface="Univers Condensed"/>
            </a:rPr>
            <a:t>Router (auth check)</a:t>
          </a:r>
          <a:endParaRPr lang="en-GB" sz="1200" kern="1200"/>
        </a:p>
      </dsp:txBody>
      <dsp:txXfrm>
        <a:off x="684387" y="2572534"/>
        <a:ext cx="1064434" cy="566778"/>
      </dsp:txXfrm>
    </dsp:sp>
    <dsp:sp modelId="{020B61D1-AD42-49D9-AB9C-DA932BC2BDC7}">
      <dsp:nvSpPr>
        <dsp:cNvPr id="0" name=""/>
        <dsp:cNvSpPr/>
      </dsp:nvSpPr>
      <dsp:spPr>
        <a:xfrm>
          <a:off x="1216605" y="1841937"/>
          <a:ext cx="0" cy="699936"/>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D3496C1-C041-4644-B6DC-A8091CC03581}">
      <dsp:nvSpPr>
        <dsp:cNvPr id="0" name=""/>
        <dsp:cNvSpPr/>
      </dsp:nvSpPr>
      <dsp:spPr>
        <a:xfrm>
          <a:off x="1374211" y="1978240"/>
          <a:ext cx="990665" cy="416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endParaRPr lang="en-GB" sz="1400" b="0" kern="1200" dirty="0">
            <a:latin typeface="Univers Condensed"/>
          </a:endParaRPr>
        </a:p>
      </dsp:txBody>
      <dsp:txXfrm>
        <a:off x="1374211" y="1978240"/>
        <a:ext cx="990665" cy="416277"/>
      </dsp:txXfrm>
    </dsp:sp>
    <dsp:sp modelId="{6D34DA3C-D0BA-4926-926D-6DEEC6041747}">
      <dsp:nvSpPr>
        <dsp:cNvPr id="0" name=""/>
        <dsp:cNvSpPr/>
      </dsp:nvSpPr>
      <dsp:spPr>
        <a:xfrm>
          <a:off x="1188976" y="1814308"/>
          <a:ext cx="55258" cy="5525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2295D3B-15B2-4AAB-BC24-3E928F9616F6}">
      <dsp:nvSpPr>
        <dsp:cNvPr id="0" name=""/>
        <dsp:cNvSpPr/>
      </dsp:nvSpPr>
      <dsp:spPr>
        <a:xfrm>
          <a:off x="1306665" y="337247"/>
          <a:ext cx="1125756" cy="80475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GB" sz="1200" b="0" kern="1200" dirty="0" err="1">
              <a:latin typeface="Univers Condensed"/>
            </a:rPr>
            <a:t>Pydantic</a:t>
          </a:r>
          <a:r>
            <a:rPr lang="en-GB" sz="1200" b="0" kern="1200" dirty="0">
              <a:latin typeface="Univers Condensed"/>
            </a:rPr>
            <a:t> (request validation)</a:t>
          </a:r>
        </a:p>
      </dsp:txBody>
      <dsp:txXfrm>
        <a:off x="1345950" y="376532"/>
        <a:ext cx="1047186" cy="726184"/>
      </dsp:txXfrm>
    </dsp:sp>
    <dsp:sp modelId="{42F858B0-29D8-4CA6-B2B4-0DAABA2C8755}">
      <dsp:nvSpPr>
        <dsp:cNvPr id="0" name=""/>
        <dsp:cNvSpPr/>
      </dsp:nvSpPr>
      <dsp:spPr>
        <a:xfrm>
          <a:off x="1869543" y="1142001"/>
          <a:ext cx="0" cy="699936"/>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8932FF6B-46EA-439C-BB5C-9AEE7938FB85}">
      <dsp:nvSpPr>
        <dsp:cNvPr id="0" name=""/>
        <dsp:cNvSpPr/>
      </dsp:nvSpPr>
      <dsp:spPr>
        <a:xfrm>
          <a:off x="2027149" y="1289356"/>
          <a:ext cx="990665" cy="416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GB" sz="1400" kern="1200" dirty="0">
              <a:latin typeface="Univers Condensed"/>
            </a:rPr>
            <a:t> </a:t>
          </a:r>
        </a:p>
      </dsp:txBody>
      <dsp:txXfrm>
        <a:off x="2027149" y="1289356"/>
        <a:ext cx="990665" cy="416277"/>
      </dsp:txXfrm>
    </dsp:sp>
    <dsp:sp modelId="{DA7C1EF1-2877-43E1-BDCC-B3BBC7649B3F}">
      <dsp:nvSpPr>
        <dsp:cNvPr id="0" name=""/>
        <dsp:cNvSpPr/>
      </dsp:nvSpPr>
      <dsp:spPr>
        <a:xfrm>
          <a:off x="1841914" y="1814308"/>
          <a:ext cx="55258" cy="5525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0292FE-F122-4F1B-B480-2781A3BEC6FF}">
      <dsp:nvSpPr>
        <dsp:cNvPr id="0" name=""/>
        <dsp:cNvSpPr/>
      </dsp:nvSpPr>
      <dsp:spPr>
        <a:xfrm>
          <a:off x="1959604" y="2541873"/>
          <a:ext cx="1125756" cy="1142001"/>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GB" sz="1200" b="0" kern="1200" dirty="0">
              <a:latin typeface="Univers Condensed"/>
            </a:rPr>
            <a:t> Utils.py </a:t>
          </a:r>
        </a:p>
        <a:p>
          <a:pPr marL="0" lvl="0" indent="0" algn="l" defTabSz="533400">
            <a:lnSpc>
              <a:spcPct val="90000"/>
            </a:lnSpc>
            <a:spcBef>
              <a:spcPct val="0"/>
            </a:spcBef>
            <a:spcAft>
              <a:spcPct val="35000"/>
            </a:spcAft>
            <a:buNone/>
          </a:pPr>
          <a:r>
            <a:rPr lang="en-GB" sz="1200" b="0" kern="1200" dirty="0">
              <a:latin typeface="Univers Condensed"/>
            </a:rPr>
            <a:t> Resolve ID / Code / Name</a:t>
          </a:r>
          <a:endParaRPr lang="en-GB" sz="1200" kern="1200" dirty="0"/>
        </a:p>
        <a:p>
          <a:pPr marL="0" lvl="0" indent="0" algn="l" defTabSz="533400" rtl="0">
            <a:lnSpc>
              <a:spcPct val="90000"/>
            </a:lnSpc>
            <a:spcBef>
              <a:spcPct val="0"/>
            </a:spcBef>
            <a:spcAft>
              <a:spcPct val="35000"/>
            </a:spcAft>
            <a:buNone/>
            <a:defRPr b="1"/>
          </a:pPr>
          <a:r>
            <a:rPr lang="en-GB" sz="1200" b="0" kern="1200" dirty="0">
              <a:latin typeface="Univers Condensed"/>
            </a:rPr>
            <a:t>For flexible ref endpoint</a:t>
          </a:r>
        </a:p>
      </dsp:txBody>
      <dsp:txXfrm>
        <a:off x="2014559" y="2596828"/>
        <a:ext cx="1015846" cy="1032091"/>
      </dsp:txXfrm>
    </dsp:sp>
    <dsp:sp modelId="{8A4BC299-3F10-4D41-AF46-C4C50DA4C66E}">
      <dsp:nvSpPr>
        <dsp:cNvPr id="0" name=""/>
        <dsp:cNvSpPr/>
      </dsp:nvSpPr>
      <dsp:spPr>
        <a:xfrm>
          <a:off x="2522482" y="1841937"/>
          <a:ext cx="0" cy="699936"/>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EA0A3A4-92A9-4737-86F0-76D25AA1DE9A}">
      <dsp:nvSpPr>
        <dsp:cNvPr id="0" name=""/>
        <dsp:cNvSpPr/>
      </dsp:nvSpPr>
      <dsp:spPr>
        <a:xfrm>
          <a:off x="2680088" y="1978240"/>
          <a:ext cx="990665" cy="416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GB" sz="1400" b="0" kern="1200" dirty="0">
              <a:latin typeface="Univers Condensed"/>
            </a:rPr>
            <a:t> </a:t>
          </a:r>
        </a:p>
      </dsp:txBody>
      <dsp:txXfrm>
        <a:off x="2680088" y="1978240"/>
        <a:ext cx="990665" cy="416277"/>
      </dsp:txXfrm>
    </dsp:sp>
    <dsp:sp modelId="{4A372ECB-D018-429D-9A5E-4F6AB1802F9E}">
      <dsp:nvSpPr>
        <dsp:cNvPr id="0" name=""/>
        <dsp:cNvSpPr/>
      </dsp:nvSpPr>
      <dsp:spPr>
        <a:xfrm>
          <a:off x="2494853" y="1814308"/>
          <a:ext cx="55258" cy="5525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A84864-1F12-4F97-AAF0-4D3354277C35}">
      <dsp:nvSpPr>
        <dsp:cNvPr id="0" name=""/>
        <dsp:cNvSpPr/>
      </dsp:nvSpPr>
      <dsp:spPr>
        <a:xfrm>
          <a:off x="2612543" y="513900"/>
          <a:ext cx="1125756" cy="62810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GB" sz="1200" b="0" kern="1200" dirty="0">
              <a:latin typeface="Univers Condensed"/>
            </a:rPr>
            <a:t> SQLAlchemy Query</a:t>
          </a:r>
        </a:p>
      </dsp:txBody>
      <dsp:txXfrm>
        <a:off x="2643204" y="544561"/>
        <a:ext cx="1064434" cy="566778"/>
      </dsp:txXfrm>
    </dsp:sp>
    <dsp:sp modelId="{6A9559B4-F5E5-4F0C-917E-6634972136C1}">
      <dsp:nvSpPr>
        <dsp:cNvPr id="0" name=""/>
        <dsp:cNvSpPr/>
      </dsp:nvSpPr>
      <dsp:spPr>
        <a:xfrm>
          <a:off x="3175421" y="1142001"/>
          <a:ext cx="0" cy="699936"/>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DAF353D2-1594-4D39-9B67-4D9237BD0BF5}">
      <dsp:nvSpPr>
        <dsp:cNvPr id="0" name=""/>
        <dsp:cNvSpPr/>
      </dsp:nvSpPr>
      <dsp:spPr>
        <a:xfrm>
          <a:off x="3333027" y="1289356"/>
          <a:ext cx="990665" cy="416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GB" sz="1400" b="0" kern="1200" dirty="0">
              <a:latin typeface="Univers Condensed"/>
            </a:rPr>
            <a:t> </a:t>
          </a:r>
        </a:p>
      </dsp:txBody>
      <dsp:txXfrm>
        <a:off x="3333027" y="1289356"/>
        <a:ext cx="990665" cy="416277"/>
      </dsp:txXfrm>
    </dsp:sp>
    <dsp:sp modelId="{373A45DB-A460-41A6-A7D0-FD7EF9EB1C84}">
      <dsp:nvSpPr>
        <dsp:cNvPr id="0" name=""/>
        <dsp:cNvSpPr/>
      </dsp:nvSpPr>
      <dsp:spPr>
        <a:xfrm>
          <a:off x="3147792" y="1814308"/>
          <a:ext cx="55258" cy="5525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161E5-120E-4CA8-A976-792741F130C1}">
      <dsp:nvSpPr>
        <dsp:cNvPr id="0" name=""/>
        <dsp:cNvSpPr/>
      </dsp:nvSpPr>
      <dsp:spPr>
        <a:xfrm>
          <a:off x="3265481" y="2541873"/>
          <a:ext cx="1125756" cy="62810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GB" sz="1200" b="0" kern="1200" dirty="0">
              <a:latin typeface="Univers Condensed"/>
            </a:rPr>
            <a:t> </a:t>
          </a:r>
          <a:r>
            <a:rPr lang="en-GB" sz="1200" b="0" kern="1200" dirty="0" err="1">
              <a:latin typeface="Univers Condensed"/>
            </a:rPr>
            <a:t>Pydantic</a:t>
          </a:r>
          <a:r>
            <a:rPr lang="en-GB" sz="1200" b="0" kern="1200" dirty="0">
              <a:latin typeface="Univers Condensed"/>
            </a:rPr>
            <a:t> (response)</a:t>
          </a:r>
        </a:p>
      </dsp:txBody>
      <dsp:txXfrm>
        <a:off x="3296142" y="2572534"/>
        <a:ext cx="1064434" cy="566778"/>
      </dsp:txXfrm>
    </dsp:sp>
    <dsp:sp modelId="{80C11983-04EB-489C-BEEA-6DE0A1BDB9AE}">
      <dsp:nvSpPr>
        <dsp:cNvPr id="0" name=""/>
        <dsp:cNvSpPr/>
      </dsp:nvSpPr>
      <dsp:spPr>
        <a:xfrm>
          <a:off x="3828359" y="1841937"/>
          <a:ext cx="0" cy="699936"/>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C2172C7D-4BDE-4111-9603-1C833AA7AF61}">
      <dsp:nvSpPr>
        <dsp:cNvPr id="0" name=""/>
        <dsp:cNvSpPr/>
      </dsp:nvSpPr>
      <dsp:spPr>
        <a:xfrm>
          <a:off x="3985965" y="1978240"/>
          <a:ext cx="990665" cy="416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endParaRPr lang="en-GB" sz="1400" b="0" kern="1200" dirty="0"/>
        </a:p>
      </dsp:txBody>
      <dsp:txXfrm>
        <a:off x="3985965" y="1978240"/>
        <a:ext cx="990665" cy="416277"/>
      </dsp:txXfrm>
    </dsp:sp>
    <dsp:sp modelId="{A0447FF4-989E-44F3-B6AB-1B78220C15E0}">
      <dsp:nvSpPr>
        <dsp:cNvPr id="0" name=""/>
        <dsp:cNvSpPr/>
      </dsp:nvSpPr>
      <dsp:spPr>
        <a:xfrm>
          <a:off x="3800730" y="1814308"/>
          <a:ext cx="55258" cy="5525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A59C11-1E1A-4A5D-8947-402DC6A8FD60}">
      <dsp:nvSpPr>
        <dsp:cNvPr id="0" name=""/>
        <dsp:cNvSpPr/>
      </dsp:nvSpPr>
      <dsp:spPr>
        <a:xfrm>
          <a:off x="3918420" y="513900"/>
          <a:ext cx="1125756" cy="628100"/>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GB" sz="1200" kern="1200" dirty="0">
              <a:latin typeface="Univers Condensed"/>
            </a:rPr>
            <a:t>JSON Response</a:t>
          </a:r>
        </a:p>
      </dsp:txBody>
      <dsp:txXfrm>
        <a:off x="3949081" y="544561"/>
        <a:ext cx="1064434" cy="566778"/>
      </dsp:txXfrm>
    </dsp:sp>
    <dsp:sp modelId="{43661AC0-3306-48CC-B0B4-E1F72146B51D}">
      <dsp:nvSpPr>
        <dsp:cNvPr id="0" name=""/>
        <dsp:cNvSpPr/>
      </dsp:nvSpPr>
      <dsp:spPr>
        <a:xfrm>
          <a:off x="4481298" y="1142001"/>
          <a:ext cx="0" cy="699936"/>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1E9D4B81-E059-44B4-A032-744EB6AD0515}">
      <dsp:nvSpPr>
        <dsp:cNvPr id="0" name=""/>
        <dsp:cNvSpPr/>
      </dsp:nvSpPr>
      <dsp:spPr>
        <a:xfrm>
          <a:off x="4453669" y="1814308"/>
          <a:ext cx="55258" cy="55258"/>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A316A1-8443-44D7-896D-5E93624E49D7}" type="datetimeFigureOut">
              <a:t>3/18/2026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5F24D-E20C-4AAF-8993-755B6BB3D9B2}" type="slidenum">
              <a:t>‹#›</a:t>
            </a:fld>
            <a:endParaRPr lang="en-GB"/>
          </a:p>
        </p:txBody>
      </p:sp>
    </p:spTree>
    <p:extLst>
      <p:ext uri="{BB962C8B-B14F-4D97-AF65-F5344CB8AC3E}">
        <p14:creationId xmlns:p14="http://schemas.microsoft.com/office/powerpoint/2010/main" val="2192011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D9A5F24D-E20C-4AAF-8993-755B6BB3D9B2}" type="slidenum">
              <a:t>5</a:t>
            </a:fld>
            <a:endParaRPr lang="en-GB"/>
          </a:p>
        </p:txBody>
      </p:sp>
    </p:spTree>
    <p:extLst>
      <p:ext uri="{BB962C8B-B14F-4D97-AF65-F5344CB8AC3E}">
        <p14:creationId xmlns:p14="http://schemas.microsoft.com/office/powerpoint/2010/main" val="419277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3/18/2026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86520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3/18/2026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12500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3/18/2026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9654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3/18/2026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40504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3/18/2026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10608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3/18/2026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05502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3/18/2026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0747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3/18/2026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12757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3/18/2026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3730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3/18/2026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52201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3/18/2026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47864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3/18/2026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8856485"/>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14" r:id="rId6"/>
    <p:sldLayoutId id="2147483710" r:id="rId7"/>
    <p:sldLayoutId id="2147483711" r:id="rId8"/>
    <p:sldLayoutId id="2147483712" r:id="rId9"/>
    <p:sldLayoutId id="2147483713" r:id="rId10"/>
    <p:sldLayoutId id="2147483715"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02791" y="871758"/>
            <a:ext cx="4912433" cy="4227295"/>
          </a:xfrm>
        </p:spPr>
        <p:txBody>
          <a:bodyPr>
            <a:normAutofit/>
          </a:bodyPr>
          <a:lstStyle/>
          <a:p>
            <a:r>
              <a:rPr lang="en-GB" dirty="0"/>
              <a:t>FORMULA 1 api</a:t>
            </a:r>
            <a:br>
              <a:rPr lang="en-US" dirty="0"/>
            </a:br>
            <a:br>
              <a:rPr lang="en-US" dirty="0"/>
            </a:br>
            <a:endParaRPr lang="en-GB"/>
          </a:p>
        </p:txBody>
      </p:sp>
      <p:sp>
        <p:nvSpPr>
          <p:cNvPr id="3" name="Subtitle 2"/>
          <p:cNvSpPr>
            <a:spLocks noGrp="1"/>
          </p:cNvSpPr>
          <p:nvPr>
            <p:ph type="subTitle" idx="1"/>
          </p:nvPr>
        </p:nvSpPr>
        <p:spPr>
          <a:xfrm>
            <a:off x="702638" y="4042593"/>
            <a:ext cx="5553182" cy="1748607"/>
          </a:xfrm>
        </p:spPr>
        <p:txBody>
          <a:bodyPr>
            <a:normAutofit/>
          </a:bodyPr>
          <a:lstStyle/>
          <a:p>
            <a:r>
              <a:rPr lang="en-GB"/>
              <a:t>A RESTful Web Service for Formula 1 Data</a:t>
            </a:r>
          </a:p>
        </p:txBody>
      </p:sp>
      <p:cxnSp>
        <p:nvCxnSpPr>
          <p:cNvPr id="75" name="Straight Connector 74">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Lewis Hamilton wallpaper Lewis Hamilton Celebration 4k, Lewis Hamilton Donuts Wallpaper, F1 Wallpaper 4k Hamilton, Lewis Hamilton 4k, Lewis Hamilton Wallpaper 4k Iphone, Lewis Hamilton Wallpaper 4k, Lewis Hamilton Background 4k, Lewis Wallpaper, Lewis Hamilton Iphone Wallpaper">
            <a:extLst>
              <a:ext uri="{FF2B5EF4-FFF2-40B4-BE49-F238E27FC236}">
                <a16:creationId xmlns:a16="http://schemas.microsoft.com/office/drawing/2014/main" id="{1699A885-3EBD-1686-6A98-F8B2A0508F13}"/>
              </a:ext>
            </a:extLst>
          </p:cNvPr>
          <p:cNvPicPr>
            <a:picLocks noChangeAspect="1"/>
          </p:cNvPicPr>
          <p:nvPr/>
        </p:nvPicPr>
        <p:blipFill>
          <a:blip r:embed="rId2"/>
          <a:srcRect t="25671" r="1" b="6377"/>
          <a:stretch>
            <a:fillRect/>
          </a:stretch>
        </p:blipFill>
        <p:spPr>
          <a:xfrm>
            <a:off x="6515100" y="10"/>
            <a:ext cx="5676900" cy="685799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EB45C0-AFAA-5FCB-4414-47A90EA803BE}"/>
              </a:ext>
            </a:extLst>
          </p:cNvPr>
          <p:cNvSpPr>
            <a:spLocks noGrp="1"/>
          </p:cNvSpPr>
          <p:nvPr>
            <p:ph type="title"/>
          </p:nvPr>
        </p:nvSpPr>
        <p:spPr>
          <a:xfrm>
            <a:off x="704088" y="914400"/>
            <a:ext cx="4041648" cy="1928741"/>
          </a:xfrm>
        </p:spPr>
        <p:txBody>
          <a:bodyPr>
            <a:normAutofit/>
          </a:bodyPr>
          <a:lstStyle/>
          <a:p>
            <a:r>
              <a:rPr lang="en-GB"/>
              <a:t>Project Overview</a:t>
            </a:r>
          </a:p>
        </p:txBody>
      </p:sp>
      <p:cxnSp>
        <p:nvCxnSpPr>
          <p:cNvPr id="12" name="Straight Connector 11">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81E25EE-E8F7-EB64-C487-291C89FEBFE7}"/>
              </a:ext>
            </a:extLst>
          </p:cNvPr>
          <p:cNvSpPr>
            <a:spLocks noGrp="1"/>
          </p:cNvSpPr>
          <p:nvPr>
            <p:ph idx="1"/>
          </p:nvPr>
        </p:nvSpPr>
        <p:spPr>
          <a:xfrm>
            <a:off x="5330952" y="968377"/>
            <a:ext cx="6144768" cy="5010912"/>
          </a:xfrm>
        </p:spPr>
        <p:txBody>
          <a:bodyPr vert="horz" lIns="91440" tIns="45720" rIns="91440" bIns="45720" rtlCol="0" anchor="t">
            <a:normAutofit/>
          </a:bodyPr>
          <a:lstStyle/>
          <a:p>
            <a:pPr marL="0" indent="0">
              <a:buNone/>
            </a:pPr>
            <a:r>
              <a:rPr lang="en-US" sz="1600" b="1" dirty="0"/>
              <a:t>Dataset: </a:t>
            </a:r>
            <a:r>
              <a:rPr lang="en-US" sz="1600" b="1" dirty="0">
                <a:latin typeface="Calisto MT"/>
                <a:cs typeface="Arial"/>
              </a:rPr>
              <a:t>Ergast Motor Racing – Kaggle</a:t>
            </a:r>
          </a:p>
          <a:p>
            <a:pPr marL="342900" indent="-342900">
              <a:buFont typeface="Calibri" panose="020B0604020202020204" pitchFamily="34" charset="0"/>
              <a:buChar char="-"/>
            </a:pPr>
            <a:r>
              <a:rPr lang="en-US" sz="1600">
                <a:latin typeface="Calisto MT"/>
                <a:cs typeface="Arial"/>
              </a:rPr>
              <a:t>Data Ranges from 1950-2024</a:t>
            </a:r>
            <a:endParaRPr lang="en-US" sz="1600" dirty="0">
              <a:latin typeface="Calisto MT"/>
              <a:cs typeface="Arial"/>
            </a:endParaRPr>
          </a:p>
          <a:p>
            <a:pPr marL="342900" indent="-342900">
              <a:buFont typeface="Calibri" panose="020B0604020202020204" pitchFamily="34" charset="0"/>
              <a:buChar char="-"/>
            </a:pPr>
            <a:r>
              <a:rPr lang="en-US" sz="1600">
                <a:latin typeface="Calisto MT"/>
                <a:cs typeface="Arial"/>
              </a:rPr>
              <a:t>Includes 900+ Drivers, 300+ Teams, and 1100+ Races</a:t>
            </a:r>
            <a:endParaRPr lang="en-US" sz="1600" dirty="0">
              <a:latin typeface="Calisto MT"/>
              <a:cs typeface="Arial"/>
            </a:endParaRPr>
          </a:p>
          <a:p>
            <a:pPr marL="342900" indent="-342900">
              <a:buFont typeface="Calibri" panose="020B0604020202020204" pitchFamily="34" charset="0"/>
              <a:buChar char="-"/>
            </a:pPr>
            <a:endParaRPr lang="en-US" sz="1600" dirty="0">
              <a:latin typeface="Calisto MT"/>
              <a:cs typeface="Arial"/>
            </a:endParaRPr>
          </a:p>
          <a:p>
            <a:pPr marL="0" indent="0">
              <a:buNone/>
            </a:pPr>
            <a:r>
              <a:rPr lang="en-US" sz="1600" dirty="0">
                <a:latin typeface="Calisto MT"/>
                <a:cs typeface="Arial"/>
              </a:rPr>
              <a:t>2</a:t>
            </a:r>
            <a:r>
              <a:rPr lang="en-US" sz="1600" b="1" dirty="0">
                <a:latin typeface="Calisto MT"/>
                <a:cs typeface="Arial"/>
              </a:rPr>
              <a:t>4 RESTful </a:t>
            </a:r>
            <a:r>
              <a:rPr lang="en-US" sz="1600" b="1">
                <a:latin typeface="Calisto MT"/>
                <a:cs typeface="Arial"/>
              </a:rPr>
              <a:t>endpoints for CRUD and Analytical Queries</a:t>
            </a:r>
            <a:endParaRPr lang="en-US" sz="1600" dirty="0">
              <a:latin typeface="Calisto MT"/>
              <a:cs typeface="Arial"/>
            </a:endParaRPr>
          </a:p>
          <a:p>
            <a:pPr marL="342900" indent="-342900">
              <a:buFont typeface="Calibri" panose="020B0604020202020204" pitchFamily="34" charset="0"/>
              <a:buChar char="-"/>
            </a:pPr>
            <a:r>
              <a:rPr lang="en-US" sz="1600">
                <a:latin typeface="Calisto MT"/>
                <a:cs typeface="Arial"/>
              </a:rPr>
              <a:t>Championship Standings, Leaderboards, Career Summaries</a:t>
            </a:r>
            <a:endParaRPr lang="en-US" sz="1600" dirty="0">
              <a:latin typeface="Calisto MT"/>
              <a:cs typeface="Arial"/>
            </a:endParaRPr>
          </a:p>
          <a:p>
            <a:pPr marL="342900" indent="-342900">
              <a:buFont typeface="Calibri" panose="020B0604020202020204" pitchFamily="34" charset="0"/>
              <a:buChar char="-"/>
            </a:pPr>
            <a:endParaRPr lang="en-US" sz="1600" dirty="0">
              <a:latin typeface="Calisto MT"/>
              <a:cs typeface="Arial"/>
            </a:endParaRPr>
          </a:p>
          <a:p>
            <a:pPr marL="0" indent="0">
              <a:buNone/>
            </a:pPr>
            <a:r>
              <a:rPr lang="en-US" sz="1600" b="1">
                <a:latin typeface="Calisto MT"/>
                <a:cs typeface="Arial"/>
              </a:rPr>
              <a:t>API Key authentication on all write operations</a:t>
            </a:r>
            <a:endParaRPr lang="en-US" sz="1600" b="1" dirty="0">
              <a:latin typeface="Calisto MT"/>
              <a:cs typeface="Arial"/>
            </a:endParaRPr>
          </a:p>
          <a:p>
            <a:pPr marL="0" indent="0">
              <a:buNone/>
            </a:pPr>
            <a:endParaRPr lang="en-US" sz="1600" dirty="0">
              <a:latin typeface="Calisto MT"/>
              <a:cs typeface="Arial"/>
            </a:endParaRPr>
          </a:p>
          <a:p>
            <a:pPr marL="0" indent="0">
              <a:buNone/>
            </a:pPr>
            <a:r>
              <a:rPr lang="en-US" sz="1600" b="1">
                <a:latin typeface="Calisto MT"/>
                <a:cs typeface="Arial"/>
              </a:rPr>
              <a:t>Live Deployment with Swagger UI</a:t>
            </a:r>
          </a:p>
          <a:p>
            <a:pPr marL="342900" indent="-342900">
              <a:buFont typeface="Calibri" panose="020B0604020202020204" pitchFamily="34" charset="0"/>
              <a:buChar char="-"/>
            </a:pPr>
            <a:endParaRPr lang="en-US" dirty="0">
              <a:latin typeface="Calisto MT"/>
              <a:cs typeface="Arial"/>
            </a:endParaRPr>
          </a:p>
        </p:txBody>
      </p:sp>
      <p:cxnSp>
        <p:nvCxnSpPr>
          <p:cNvPr id="14" name="Straight Connector 13">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glyph neue style f1 car icon">
            <a:extLst>
              <a:ext uri="{FF2B5EF4-FFF2-40B4-BE49-F238E27FC236}">
                <a16:creationId xmlns:a16="http://schemas.microsoft.com/office/drawing/2014/main" id="{D8399657-4EAE-1913-3E61-AD76956C271B}"/>
              </a:ext>
            </a:extLst>
          </p:cNvPr>
          <p:cNvPicPr>
            <a:picLocks noChangeAspect="1"/>
          </p:cNvPicPr>
          <p:nvPr/>
        </p:nvPicPr>
        <p:blipFill>
          <a:blip r:embed="rId2"/>
          <a:stretch>
            <a:fillRect/>
          </a:stretch>
        </p:blipFill>
        <p:spPr>
          <a:xfrm>
            <a:off x="915537" y="2263254"/>
            <a:ext cx="3747122" cy="3832877"/>
          </a:xfrm>
          <a:prstGeom prst="rect">
            <a:avLst/>
          </a:prstGeom>
          <a:ln>
            <a:solidFill>
              <a:schemeClr val="bg1"/>
            </a:solidFill>
          </a:ln>
        </p:spPr>
      </p:pic>
    </p:spTree>
    <p:extLst>
      <p:ext uri="{BB962C8B-B14F-4D97-AF65-F5344CB8AC3E}">
        <p14:creationId xmlns:p14="http://schemas.microsoft.com/office/powerpoint/2010/main" val="1639001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86FA3-3B88-0C22-3052-4FA755BC34E0}"/>
              </a:ext>
            </a:extLst>
          </p:cNvPr>
          <p:cNvSpPr>
            <a:spLocks noGrp="1"/>
          </p:cNvSpPr>
          <p:nvPr>
            <p:ph type="title"/>
          </p:nvPr>
        </p:nvSpPr>
        <p:spPr>
          <a:xfrm>
            <a:off x="700635" y="1054537"/>
            <a:ext cx="10691265" cy="1307592"/>
          </a:xfrm>
        </p:spPr>
        <p:txBody>
          <a:bodyPr/>
          <a:lstStyle/>
          <a:p>
            <a:r>
              <a:rPr lang="en-GB"/>
              <a:t>Technology Stack</a:t>
            </a:r>
          </a:p>
        </p:txBody>
      </p:sp>
      <p:sp>
        <p:nvSpPr>
          <p:cNvPr id="3" name="Content Placeholder 2">
            <a:extLst>
              <a:ext uri="{FF2B5EF4-FFF2-40B4-BE49-F238E27FC236}">
                <a16:creationId xmlns:a16="http://schemas.microsoft.com/office/drawing/2014/main" id="{F90BCACE-E4E7-BD68-9C88-EF167DB3D523}"/>
              </a:ext>
            </a:extLst>
          </p:cNvPr>
          <p:cNvSpPr>
            <a:spLocks noGrp="1"/>
          </p:cNvSpPr>
          <p:nvPr>
            <p:ph idx="1"/>
          </p:nvPr>
        </p:nvSpPr>
        <p:spPr>
          <a:xfrm>
            <a:off x="700635" y="2221992"/>
            <a:ext cx="3511946" cy="2810628"/>
          </a:xfrm>
        </p:spPr>
        <p:txBody>
          <a:bodyPr vert="horz" lIns="91440" tIns="45720" rIns="91440" bIns="45720" rtlCol="0" anchor="t">
            <a:normAutofit/>
          </a:bodyPr>
          <a:lstStyle/>
          <a:p>
            <a:r>
              <a:rPr lang="en-GB" b="1" dirty="0"/>
              <a:t>FastAPI</a:t>
            </a:r>
            <a:endParaRPr lang="en-US"/>
          </a:p>
          <a:p>
            <a:pPr marL="0" indent="0">
              <a:buNone/>
            </a:pPr>
            <a:r>
              <a:rPr lang="en-GB" sz="1600"/>
              <a:t>Built-in Swagger UI at /docs </a:t>
            </a:r>
            <a:r>
              <a:rPr lang="en-GB" sz="1600" dirty="0"/>
              <a:t>(Primary manual testing tool)</a:t>
            </a:r>
          </a:p>
          <a:p>
            <a:pPr marL="0" indent="0">
              <a:buNone/>
            </a:pPr>
            <a:r>
              <a:rPr lang="en-GB" sz="1600" dirty="0"/>
              <a:t>Pydantic validation removes manual input checking</a:t>
            </a:r>
          </a:p>
          <a:p>
            <a:pPr marL="0" indent="0">
              <a:buNone/>
            </a:pPr>
            <a:r>
              <a:rPr lang="en-GB" sz="1600" dirty="0">
                <a:solidFill>
                  <a:srgbClr val="000000"/>
                </a:solidFill>
              </a:rPr>
              <a:t>Widely adopted, well-documented and </a:t>
            </a:r>
            <a:r>
              <a:rPr lang="en-GB" sz="1600">
                <a:solidFill>
                  <a:srgbClr val="000000"/>
                </a:solidFill>
              </a:rPr>
              <a:t>maintained</a:t>
            </a:r>
            <a:endParaRPr lang="en-GB" sz="1600" dirty="0">
              <a:solidFill>
                <a:srgbClr val="000000"/>
              </a:solidFill>
            </a:endParaRPr>
          </a:p>
          <a:p>
            <a:pPr marL="0" indent="0">
              <a:buNone/>
            </a:pPr>
            <a:endParaRPr lang="en-GB" sz="1600" dirty="0">
              <a:solidFill>
                <a:srgbClr val="000000"/>
              </a:solidFill>
            </a:endParaRPr>
          </a:p>
          <a:p>
            <a:pPr marL="0" indent="0">
              <a:buNone/>
            </a:pPr>
            <a:endParaRPr lang="en-GB" dirty="0"/>
          </a:p>
          <a:p>
            <a:pPr marL="0" indent="0">
              <a:buNone/>
            </a:pPr>
            <a:endParaRPr lang="en-GB" dirty="0"/>
          </a:p>
        </p:txBody>
      </p:sp>
      <p:sp>
        <p:nvSpPr>
          <p:cNvPr id="5" name="Content Placeholder 2">
            <a:extLst>
              <a:ext uri="{FF2B5EF4-FFF2-40B4-BE49-F238E27FC236}">
                <a16:creationId xmlns:a16="http://schemas.microsoft.com/office/drawing/2014/main" id="{7E4F4E75-6B13-EC4B-82E5-CC5A065E1702}"/>
              </a:ext>
            </a:extLst>
          </p:cNvPr>
          <p:cNvSpPr txBox="1">
            <a:spLocks/>
          </p:cNvSpPr>
          <p:nvPr/>
        </p:nvSpPr>
        <p:spPr>
          <a:xfrm>
            <a:off x="4609872" y="2223764"/>
            <a:ext cx="3310498" cy="2810628"/>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a:t>SQLite</a:t>
            </a:r>
          </a:p>
          <a:p>
            <a:pPr marL="0" indent="0">
              <a:buNone/>
            </a:pPr>
            <a:r>
              <a:rPr lang="en-GB" sz="1600"/>
              <a:t>Serverless single-file, easy to deploy alongside app</a:t>
            </a:r>
            <a:endParaRPr lang="en-GB" sz="1600" dirty="0"/>
          </a:p>
          <a:p>
            <a:pPr marL="0" indent="0">
              <a:buNone/>
            </a:pPr>
            <a:r>
              <a:rPr lang="en-GB" sz="1600" dirty="0"/>
              <a:t>API is read-heavy (single-</a:t>
            </a:r>
            <a:r>
              <a:rPr lang="en-GB" sz="1600"/>
              <a:t>writer limit not a major concern)</a:t>
            </a:r>
            <a:endParaRPr lang="en-GB" sz="1600" dirty="0"/>
          </a:p>
          <a:p>
            <a:pPr marL="0" indent="0">
              <a:buNone/>
            </a:pPr>
            <a:r>
              <a:rPr lang="en-GB" sz="1600"/>
              <a:t>No separate Server Process (via PostgreSQL</a:t>
            </a:r>
            <a:r>
              <a:rPr lang="en-GB"/>
              <a:t>)</a:t>
            </a:r>
          </a:p>
        </p:txBody>
      </p:sp>
      <p:sp>
        <p:nvSpPr>
          <p:cNvPr id="6" name="Content Placeholder 2">
            <a:extLst>
              <a:ext uri="{FF2B5EF4-FFF2-40B4-BE49-F238E27FC236}">
                <a16:creationId xmlns:a16="http://schemas.microsoft.com/office/drawing/2014/main" id="{A0138A8C-4651-C2D0-02DF-AEE336E02EF6}"/>
              </a:ext>
            </a:extLst>
          </p:cNvPr>
          <p:cNvSpPr txBox="1">
            <a:spLocks/>
          </p:cNvSpPr>
          <p:nvPr/>
        </p:nvSpPr>
        <p:spPr>
          <a:xfrm>
            <a:off x="8419872" y="2223764"/>
            <a:ext cx="3310498" cy="2810628"/>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SQLAlchemy ORM</a:t>
            </a:r>
            <a:endParaRPr lang="en-US" dirty="0"/>
          </a:p>
          <a:p>
            <a:pPr marL="0" indent="0">
              <a:buNone/>
            </a:pPr>
            <a:r>
              <a:rPr lang="en-GB" sz="1600" dirty="0"/>
              <a:t>Manages relationships </a:t>
            </a:r>
            <a:r>
              <a:rPr lang="en-GB" sz="1600"/>
              <a:t>between tables in Python</a:t>
            </a:r>
            <a:endParaRPr lang="en-GB" sz="1600" dirty="0"/>
          </a:p>
          <a:p>
            <a:pPr marL="0" indent="0">
              <a:buNone/>
            </a:pPr>
            <a:r>
              <a:rPr lang="en-GB" sz="1600"/>
              <a:t>Raw SQL across 6 related tables becomes unsustainable</a:t>
            </a:r>
            <a:endParaRPr lang="en-GB" sz="1600" dirty="0"/>
          </a:p>
          <a:p>
            <a:pPr marL="0" indent="0">
              <a:buNone/>
            </a:pPr>
            <a:r>
              <a:rPr lang="en-GB" sz="1600"/>
              <a:t>Future scope: PostgreSQL migration requires minimal code change</a:t>
            </a:r>
            <a:endParaRPr lang="en-GB" dirty="0"/>
          </a:p>
        </p:txBody>
      </p:sp>
    </p:spTree>
    <p:extLst>
      <p:ext uri="{BB962C8B-B14F-4D97-AF65-F5344CB8AC3E}">
        <p14:creationId xmlns:p14="http://schemas.microsoft.com/office/powerpoint/2010/main" val="3019218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CB3CB-ECF4-21DC-5BCA-1AF371B6A115}"/>
              </a:ext>
            </a:extLst>
          </p:cNvPr>
          <p:cNvSpPr>
            <a:spLocks noGrp="1"/>
          </p:cNvSpPr>
          <p:nvPr>
            <p:ph type="title"/>
          </p:nvPr>
        </p:nvSpPr>
        <p:spPr/>
        <p:txBody>
          <a:bodyPr/>
          <a:lstStyle/>
          <a:p>
            <a:r>
              <a:rPr lang="en-GB"/>
              <a:t>Architecture and Design decisions</a:t>
            </a:r>
            <a:endParaRPr lang="en-US"/>
          </a:p>
        </p:txBody>
      </p:sp>
      <p:graphicFrame>
        <p:nvGraphicFramePr>
          <p:cNvPr id="58" name="Diagram 57">
            <a:extLst>
              <a:ext uri="{FF2B5EF4-FFF2-40B4-BE49-F238E27FC236}">
                <a16:creationId xmlns:a16="http://schemas.microsoft.com/office/drawing/2014/main" id="{53B65442-4A44-E01A-4C3F-D8FF50DDDC65}"/>
              </a:ext>
            </a:extLst>
          </p:cNvPr>
          <p:cNvGraphicFramePr/>
          <p:nvPr>
            <p:extLst>
              <p:ext uri="{D42A27DB-BD31-4B8C-83A1-F6EECF244321}">
                <p14:modId xmlns:p14="http://schemas.microsoft.com/office/powerpoint/2010/main" val="550580606"/>
              </p:ext>
            </p:extLst>
          </p:nvPr>
        </p:nvGraphicFramePr>
        <p:xfrm>
          <a:off x="910896" y="1959304"/>
          <a:ext cx="5044965" cy="3683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387" name="TextBox 3386">
            <a:extLst>
              <a:ext uri="{FF2B5EF4-FFF2-40B4-BE49-F238E27FC236}">
                <a16:creationId xmlns:a16="http://schemas.microsoft.com/office/drawing/2014/main" id="{5824756B-C2B4-0AC7-888C-7BEBA01E5510}"/>
              </a:ext>
            </a:extLst>
          </p:cNvPr>
          <p:cNvSpPr txBox="1"/>
          <p:nvPr/>
        </p:nvSpPr>
        <p:spPr>
          <a:xfrm>
            <a:off x="7173310" y="1813035"/>
            <a:ext cx="4773448" cy="43088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t>No Service </a:t>
            </a:r>
            <a:r>
              <a:rPr lang="en-GB" b="1"/>
              <a:t>Layer:</a:t>
            </a:r>
            <a:endParaRPr lang="en-GB" dirty="0"/>
          </a:p>
          <a:p>
            <a:pPr marL="285750" indent="-285750">
              <a:buFont typeface="Calibri"/>
              <a:buChar char="-"/>
            </a:pPr>
            <a:r>
              <a:rPr lang="en-GB" sz="1600"/>
              <a:t>CRUD on static data has no business logic </a:t>
            </a:r>
            <a:r>
              <a:rPr lang="en-GB" sz="1600" dirty="0"/>
              <a:t> </a:t>
            </a:r>
          </a:p>
          <a:p>
            <a:pPr marL="285750" indent="-285750">
              <a:buFont typeface="Calibri"/>
              <a:buChar char="-"/>
            </a:pPr>
            <a:r>
              <a:rPr lang="en-GB" sz="1600"/>
              <a:t>Extra layers add no value</a:t>
            </a:r>
            <a:endParaRPr lang="en-GB" sz="1600" dirty="0"/>
          </a:p>
          <a:p>
            <a:endParaRPr lang="en-GB" dirty="0"/>
          </a:p>
          <a:p>
            <a:r>
              <a:rPr lang="en-GB" b="1"/>
              <a:t>Utils.py:</a:t>
            </a:r>
          </a:p>
          <a:p>
            <a:pPr marL="285750" indent="-285750">
              <a:buFont typeface="Calibri"/>
              <a:buChar char="-"/>
            </a:pPr>
            <a:r>
              <a:rPr lang="en-GB" sz="1600" dirty="0"/>
              <a:t>Single resolve_driver() / resolve_team() used across all routers</a:t>
            </a:r>
          </a:p>
          <a:p>
            <a:endParaRPr lang="en-GB" dirty="0"/>
          </a:p>
          <a:p>
            <a:r>
              <a:rPr lang="en-GB" b="1"/>
              <a:t>Auth.py:</a:t>
            </a:r>
            <a:endParaRPr lang="en-GB" b="1" dirty="0"/>
          </a:p>
          <a:p>
            <a:pPr marL="285750" indent="-285750">
              <a:buFont typeface="Calibri"/>
              <a:buChar char="-"/>
            </a:pPr>
            <a:r>
              <a:rPr lang="en-GB" sz="1600" dirty="0"/>
              <a:t>Secrets.compare_digest() for constant-time comparison</a:t>
            </a:r>
          </a:p>
          <a:p>
            <a:pPr marL="285750" indent="-285750">
              <a:buFont typeface="Calibri"/>
              <a:buChar char="-"/>
            </a:pPr>
            <a:r>
              <a:rPr lang="en-GB" sz="1600"/>
              <a:t>Helps against timing attack resistance</a:t>
            </a:r>
            <a:endParaRPr lang="en-GB" sz="1600" dirty="0"/>
          </a:p>
          <a:p>
            <a:pPr marL="285750" indent="-285750">
              <a:buFont typeface="Calibri"/>
              <a:buChar char="-"/>
            </a:pPr>
            <a:endParaRPr lang="en-GB" dirty="0"/>
          </a:p>
          <a:p>
            <a:r>
              <a:rPr lang="en-GB" b="1" dirty="0"/>
              <a:t>Pydantic Schemas:</a:t>
            </a:r>
          </a:p>
          <a:p>
            <a:pPr marL="285750" indent="-285750">
              <a:buFont typeface="Calibri"/>
              <a:buChar char="-"/>
            </a:pPr>
            <a:r>
              <a:rPr lang="en-GB" sz="1600"/>
              <a:t>Centralise validation and response shaping automatically</a:t>
            </a:r>
            <a:endParaRPr lang="en-GB" sz="1600" dirty="0"/>
          </a:p>
        </p:txBody>
      </p:sp>
      <p:cxnSp>
        <p:nvCxnSpPr>
          <p:cNvPr id="3388" name="Straight Arrow Connector 3387">
            <a:extLst>
              <a:ext uri="{FF2B5EF4-FFF2-40B4-BE49-F238E27FC236}">
                <a16:creationId xmlns:a16="http://schemas.microsoft.com/office/drawing/2014/main" id="{CC730CEB-6001-1882-DA10-882568783D99}"/>
              </a:ext>
            </a:extLst>
          </p:cNvPr>
          <p:cNvCxnSpPr/>
          <p:nvPr/>
        </p:nvCxnSpPr>
        <p:spPr>
          <a:xfrm flipH="1">
            <a:off x="6512144" y="1573158"/>
            <a:ext cx="5254" cy="4487917"/>
          </a:xfrm>
          <a:prstGeom prst="straightConnector1">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5506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34" name="Straight Connector 333">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338" name="Rectangle 337">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9" name="Picture 278" descr="A computer screen shot of a diagram">
            <a:extLst>
              <a:ext uri="{FF2B5EF4-FFF2-40B4-BE49-F238E27FC236}">
                <a16:creationId xmlns:a16="http://schemas.microsoft.com/office/drawing/2014/main" id="{BC40F2D7-9939-427E-5709-A3E43618403A}"/>
              </a:ext>
            </a:extLst>
          </p:cNvPr>
          <p:cNvPicPr>
            <a:picLocks noChangeAspect="1"/>
          </p:cNvPicPr>
          <p:nvPr/>
        </p:nvPicPr>
        <p:blipFill>
          <a:blip r:embed="rId3"/>
          <a:srcRect t="2174"/>
          <a:stretch>
            <a:fillRect/>
          </a:stretch>
        </p:blipFill>
        <p:spPr>
          <a:xfrm>
            <a:off x="20" y="10"/>
            <a:ext cx="12183514" cy="6855947"/>
          </a:xfrm>
          <a:prstGeom prst="rect">
            <a:avLst/>
          </a:prstGeom>
          <a:effectLst/>
        </p:spPr>
      </p:pic>
      <p:sp>
        <p:nvSpPr>
          <p:cNvPr id="340" name="Rectangle 339">
            <a:extLst>
              <a:ext uri="{FF2B5EF4-FFF2-40B4-BE49-F238E27FC236}">
                <a16:creationId xmlns:a16="http://schemas.microsoft.com/office/drawing/2014/main" id="{612349FF-7742-42ED-ADF3-238B5DDD1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7" y="4237318"/>
            <a:ext cx="12188952" cy="2620682"/>
          </a:xfrm>
          <a:prstGeom prst="rect">
            <a:avLst/>
          </a:prstGeom>
          <a:gradFill>
            <a:gsLst>
              <a:gs pos="42000">
                <a:srgbClr val="000000">
                  <a:alpha val="14000"/>
                </a:srgbClr>
              </a:gs>
              <a:gs pos="0">
                <a:srgbClr val="000000">
                  <a:alpha val="0"/>
                </a:srgbClr>
              </a:gs>
              <a:gs pos="100000">
                <a:srgbClr val="000000">
                  <a:alpha val="31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4570FE-0DA7-A45F-41B1-688B717AE2C2}"/>
              </a:ext>
            </a:extLst>
          </p:cNvPr>
          <p:cNvSpPr>
            <a:spLocks noGrp="1"/>
          </p:cNvSpPr>
          <p:nvPr>
            <p:ph type="title"/>
          </p:nvPr>
        </p:nvSpPr>
        <p:spPr>
          <a:xfrm>
            <a:off x="4810433" y="460935"/>
            <a:ext cx="2847974" cy="770964"/>
          </a:xfrm>
        </p:spPr>
        <p:txBody>
          <a:bodyPr vert="horz" lIns="91440" tIns="45720" rIns="91440" bIns="45720" rtlCol="0" anchor="b">
            <a:noAutofit/>
          </a:bodyPr>
          <a:lstStyle/>
          <a:p>
            <a:pPr>
              <a:lnSpc>
                <a:spcPct val="90000"/>
              </a:lnSpc>
            </a:pPr>
            <a:r>
              <a:rPr lang="en-US" sz="2400" b="1">
                <a:solidFill>
                  <a:schemeClr val="bg1"/>
                </a:solidFill>
              </a:rPr>
              <a:t>Database Design</a:t>
            </a:r>
            <a:br>
              <a:rPr lang="en-US" sz="2400" b="1" dirty="0"/>
            </a:br>
            <a:br>
              <a:rPr lang="en-US" sz="2400" b="1" dirty="0"/>
            </a:br>
            <a:endParaRPr lang="en-US" sz="2400" b="1">
              <a:solidFill>
                <a:schemeClr val="bg1"/>
              </a:solidFill>
            </a:endParaRPr>
          </a:p>
        </p:txBody>
      </p:sp>
    </p:spTree>
    <p:extLst>
      <p:ext uri="{BB962C8B-B14F-4D97-AF65-F5344CB8AC3E}">
        <p14:creationId xmlns:p14="http://schemas.microsoft.com/office/powerpoint/2010/main" val="2793545444"/>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CF6D6-5E4B-E63D-4EBF-819E75A42C8E}"/>
              </a:ext>
            </a:extLst>
          </p:cNvPr>
          <p:cNvSpPr>
            <a:spLocks noGrp="1"/>
          </p:cNvSpPr>
          <p:nvPr>
            <p:ph type="title"/>
          </p:nvPr>
        </p:nvSpPr>
        <p:spPr/>
        <p:txBody>
          <a:bodyPr/>
          <a:lstStyle/>
          <a:p>
            <a:r>
              <a:rPr lang="en-GB"/>
              <a:t>Testing</a:t>
            </a:r>
          </a:p>
        </p:txBody>
      </p:sp>
      <p:sp>
        <p:nvSpPr>
          <p:cNvPr id="47" name="Content Placeholder 46">
            <a:extLst>
              <a:ext uri="{FF2B5EF4-FFF2-40B4-BE49-F238E27FC236}">
                <a16:creationId xmlns:a16="http://schemas.microsoft.com/office/drawing/2014/main" id="{02BA5BBA-7EB7-4384-C934-F39C8A34A168}"/>
              </a:ext>
            </a:extLst>
          </p:cNvPr>
          <p:cNvSpPr>
            <a:spLocks noGrp="1"/>
          </p:cNvSpPr>
          <p:nvPr>
            <p:ph idx="1"/>
          </p:nvPr>
        </p:nvSpPr>
        <p:spPr>
          <a:xfrm>
            <a:off x="703847" y="1713992"/>
            <a:ext cx="5391132" cy="4247896"/>
          </a:xfrm>
        </p:spPr>
        <p:txBody>
          <a:bodyPr vert="horz" lIns="91440" tIns="45720" rIns="91440" bIns="45720" rtlCol="0" anchor="t">
            <a:normAutofit/>
          </a:bodyPr>
          <a:lstStyle/>
          <a:p>
            <a:pPr marL="0" indent="0">
              <a:buNone/>
            </a:pPr>
            <a:r>
              <a:rPr lang="en-GB" b="1"/>
              <a:t>Test Setup:</a:t>
            </a:r>
          </a:p>
          <a:p>
            <a:pPr marL="342900" indent="-342900">
              <a:buFont typeface="Calibri" panose="020B0604020202020204" pitchFamily="34" charset="0"/>
              <a:buChar char="-"/>
            </a:pPr>
            <a:r>
              <a:rPr lang="en-GB" sz="1600" dirty="0"/>
              <a:t>Pytest + FastAPI TestClient</a:t>
            </a:r>
            <a:endParaRPr lang="en-GB" sz="1600"/>
          </a:p>
          <a:p>
            <a:pPr marL="342900" indent="-342900">
              <a:buFont typeface="Calibri" panose="020B0604020202020204" pitchFamily="34" charset="0"/>
              <a:buChar char="-"/>
            </a:pPr>
            <a:r>
              <a:rPr lang="en-GB" sz="1600" dirty="0"/>
              <a:t>No live server required</a:t>
            </a:r>
          </a:p>
          <a:p>
            <a:pPr marL="800100" lvl="1" indent="-342900">
              <a:buFont typeface="Courier New" panose="020B0604020202020204" pitchFamily="34" charset="0"/>
              <a:buChar char="o"/>
            </a:pPr>
            <a:r>
              <a:rPr lang="en-GB" sz="1600"/>
              <a:t>Fast and self-contained</a:t>
            </a:r>
            <a:endParaRPr lang="en-GB" sz="1600" dirty="0"/>
          </a:p>
          <a:p>
            <a:pPr marL="342900" indent="-342900">
              <a:buFont typeface="Calibri" panose="020B0604020202020204" pitchFamily="34" charset="0"/>
              <a:buChar char="-"/>
            </a:pPr>
            <a:r>
              <a:rPr lang="en-GB" sz="1600" dirty="0"/>
              <a:t>Fresh in-memory SQLite </a:t>
            </a:r>
            <a:r>
              <a:rPr lang="en-GB" sz="1600"/>
              <a:t>database</a:t>
            </a:r>
            <a:r>
              <a:rPr lang="en-GB" sz="1600" dirty="0"/>
              <a:t> per session</a:t>
            </a:r>
          </a:p>
          <a:p>
            <a:pPr marL="800100" lvl="1" indent="-342900">
              <a:buFont typeface="Courier New" panose="020B0604020202020204" pitchFamily="34" charset="0"/>
              <a:buChar char="o"/>
            </a:pPr>
            <a:r>
              <a:rPr lang="en-GB" sz="1600" dirty="0"/>
              <a:t>Tests do not touch the production </a:t>
            </a:r>
            <a:r>
              <a:rPr lang="en-GB" sz="1600"/>
              <a:t>database</a:t>
            </a:r>
            <a:endParaRPr lang="en-GB" sz="1600" dirty="0"/>
          </a:p>
          <a:p>
            <a:pPr marL="342900" indent="-342900">
              <a:buFont typeface="Calibri"/>
              <a:buChar char="-"/>
            </a:pPr>
            <a:r>
              <a:rPr lang="en-GB" sz="1600">
                <a:latin typeface="Calibri"/>
                <a:ea typeface="Calibri"/>
                <a:cs typeface="Calibri"/>
              </a:rPr>
              <a:t>Conftest.py: Shared DB setup and test client</a:t>
            </a:r>
            <a:endParaRPr lang="en-GB" sz="1600" dirty="0">
              <a:latin typeface="Calibri"/>
              <a:ea typeface="Calibri"/>
              <a:cs typeface="Calibri"/>
            </a:endParaRPr>
          </a:p>
          <a:p>
            <a:pPr marL="457200" lvl="1" indent="0">
              <a:buNone/>
            </a:pPr>
            <a:endParaRPr lang="en-GB" sz="2000" dirty="0">
              <a:latin typeface="Calibri"/>
              <a:ea typeface="Calibri"/>
              <a:cs typeface="Calibri"/>
            </a:endParaRPr>
          </a:p>
          <a:p>
            <a:pPr marL="800100" lvl="1" indent="-342900">
              <a:buFont typeface="Courier New" panose="020B0604020202020204" pitchFamily="34" charset="0"/>
              <a:buChar char="o"/>
            </a:pPr>
            <a:endParaRPr lang="en-GB" dirty="0">
              <a:latin typeface="Calisto MT"/>
              <a:ea typeface="Calibri"/>
              <a:cs typeface="Calibri"/>
            </a:endParaRPr>
          </a:p>
        </p:txBody>
      </p:sp>
      <p:sp>
        <p:nvSpPr>
          <p:cNvPr id="6" name="Content Placeholder 46">
            <a:extLst>
              <a:ext uri="{FF2B5EF4-FFF2-40B4-BE49-F238E27FC236}">
                <a16:creationId xmlns:a16="http://schemas.microsoft.com/office/drawing/2014/main" id="{A03E9023-DB45-C931-D8E4-EA0467387FA0}"/>
              </a:ext>
            </a:extLst>
          </p:cNvPr>
          <p:cNvSpPr txBox="1">
            <a:spLocks/>
          </p:cNvSpPr>
          <p:nvPr/>
        </p:nvSpPr>
        <p:spPr>
          <a:xfrm>
            <a:off x="6000768" y="1713992"/>
            <a:ext cx="5391132" cy="4247896"/>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b="1"/>
              <a:t>Coverage </a:t>
            </a:r>
          </a:p>
          <a:p>
            <a:pPr marL="0" indent="0">
              <a:buNone/>
            </a:pPr>
            <a:r>
              <a:rPr lang="en-GB" sz="1800" b="1"/>
              <a:t>41 Tests across 5 files</a:t>
            </a:r>
            <a:endParaRPr lang="en-GB" b="1" dirty="0"/>
          </a:p>
          <a:p>
            <a:pPr marL="0" indent="0">
              <a:buNone/>
            </a:pPr>
            <a:r>
              <a:rPr lang="en-GB" sz="1600"/>
              <a:t>GET list endpoints with query filters</a:t>
            </a:r>
          </a:p>
          <a:p>
            <a:pPr marL="0" indent="0">
              <a:buNone/>
            </a:pPr>
            <a:r>
              <a:rPr lang="en-GB" sz="1600">
                <a:latin typeface="Calisto MT"/>
                <a:ea typeface="Calibri"/>
                <a:cs typeface="Calibri"/>
              </a:rPr>
              <a:t>GET by ID, driver code, and name</a:t>
            </a:r>
            <a:endParaRPr lang="en-GB" sz="1600" dirty="0">
              <a:latin typeface="Calisto MT"/>
              <a:ea typeface="Calibri"/>
              <a:cs typeface="Calibri"/>
            </a:endParaRPr>
          </a:p>
          <a:p>
            <a:pPr marL="0" indent="0">
              <a:buNone/>
            </a:pPr>
            <a:r>
              <a:rPr lang="en-GB" sz="1600" dirty="0">
                <a:latin typeface="Calisto MT"/>
                <a:ea typeface="Calibri"/>
                <a:cs typeface="Calibri"/>
              </a:rPr>
              <a:t>POST creat</a:t>
            </a:r>
            <a:r>
              <a:rPr lang="en-GB" sz="1600">
                <a:latin typeface="Calisto MT"/>
                <a:ea typeface="Calibri"/>
                <a:cs typeface="Calibri"/>
              </a:rPr>
              <a:t>ion with response validation</a:t>
            </a:r>
            <a:endParaRPr lang="en-GB" sz="1600" dirty="0">
              <a:latin typeface="Calisto MT"/>
              <a:ea typeface="Calibri"/>
              <a:cs typeface="Calibri"/>
            </a:endParaRPr>
          </a:p>
          <a:p>
            <a:pPr marL="0" indent="0">
              <a:buNone/>
            </a:pPr>
            <a:r>
              <a:rPr lang="en-GB" sz="1600">
                <a:latin typeface="Calisto MT"/>
                <a:ea typeface="Calibri"/>
                <a:cs typeface="Calibri"/>
              </a:rPr>
              <a:t>Duplicate rejection (409)</a:t>
            </a:r>
            <a:endParaRPr lang="en-GB" sz="1600" dirty="0">
              <a:latin typeface="Calisto MT"/>
              <a:ea typeface="Calibri"/>
              <a:cs typeface="Calibri"/>
            </a:endParaRPr>
          </a:p>
          <a:p>
            <a:pPr marL="0" indent="0">
              <a:buNone/>
            </a:pPr>
            <a:r>
              <a:rPr lang="en-GB" sz="1600">
                <a:latin typeface="Calisto MT"/>
                <a:ea typeface="Calibri"/>
                <a:cs typeface="Calibri"/>
              </a:rPr>
              <a:t>Foreign key violations (404/422)</a:t>
            </a:r>
            <a:endParaRPr lang="en-GB" sz="1600" dirty="0">
              <a:latin typeface="Calisto MT"/>
              <a:ea typeface="Calibri"/>
              <a:cs typeface="Calibri"/>
            </a:endParaRPr>
          </a:p>
          <a:p>
            <a:pPr marL="0" indent="0">
              <a:buNone/>
            </a:pPr>
            <a:r>
              <a:rPr lang="en-GB" sz="1600">
                <a:latin typeface="Calisto MT"/>
                <a:ea typeface="Calibri"/>
                <a:cs typeface="Calibri"/>
              </a:rPr>
              <a:t>PATCH partial updates</a:t>
            </a:r>
            <a:endParaRPr lang="en-GB" sz="1600" dirty="0">
              <a:latin typeface="Calisto MT"/>
              <a:ea typeface="Calibri"/>
              <a:cs typeface="Calibri"/>
            </a:endParaRPr>
          </a:p>
          <a:p>
            <a:pPr marL="0" indent="0">
              <a:buNone/>
            </a:pPr>
            <a:r>
              <a:rPr lang="en-GB" sz="1600">
                <a:latin typeface="Calisto MT"/>
                <a:ea typeface="Calibri"/>
                <a:cs typeface="Calibri"/>
              </a:rPr>
              <a:t>DELETE operations</a:t>
            </a:r>
            <a:endParaRPr lang="en-GB" sz="1600" dirty="0">
              <a:latin typeface="Calisto MT"/>
              <a:ea typeface="Calibri"/>
              <a:cs typeface="Calibri"/>
            </a:endParaRPr>
          </a:p>
          <a:p>
            <a:pPr marL="0" indent="0">
              <a:buNone/>
            </a:pPr>
            <a:r>
              <a:rPr lang="en-GB" sz="1600" dirty="0">
                <a:latin typeface="Calisto MT"/>
                <a:ea typeface="Calibri"/>
                <a:cs typeface="Calibri"/>
              </a:rPr>
              <a:t>Analysis: standings, leaderboar</a:t>
            </a:r>
            <a:r>
              <a:rPr lang="en-GB" sz="1600">
                <a:latin typeface="Calisto MT"/>
                <a:ea typeface="Calibri"/>
                <a:cs typeface="Calibri"/>
              </a:rPr>
              <a:t>d, career</a:t>
            </a:r>
            <a:endParaRPr lang="en-GB" sz="1600" dirty="0">
              <a:latin typeface="Calisto MT"/>
              <a:ea typeface="Calibri"/>
              <a:cs typeface="Calibri"/>
            </a:endParaRPr>
          </a:p>
          <a:p>
            <a:pPr marL="457200" lvl="1" indent="0">
              <a:buNone/>
            </a:pPr>
            <a:endParaRPr lang="en-GB" sz="2000" dirty="0">
              <a:latin typeface="Calibri"/>
              <a:ea typeface="Calibri"/>
              <a:cs typeface="Calibri"/>
            </a:endParaRPr>
          </a:p>
          <a:p>
            <a:pPr marL="800100" lvl="1" indent="-342900">
              <a:buFont typeface="Courier New" panose="020B0604020202020204" pitchFamily="34" charset="0"/>
              <a:buChar char="o"/>
            </a:pPr>
            <a:endParaRPr lang="en-GB" dirty="0">
              <a:latin typeface="Calisto MT"/>
              <a:ea typeface="Calibri"/>
              <a:cs typeface="Calibri"/>
            </a:endParaRPr>
          </a:p>
        </p:txBody>
      </p:sp>
      <p:cxnSp>
        <p:nvCxnSpPr>
          <p:cNvPr id="7" name="Straight Arrow Connector 6">
            <a:extLst>
              <a:ext uri="{FF2B5EF4-FFF2-40B4-BE49-F238E27FC236}">
                <a16:creationId xmlns:a16="http://schemas.microsoft.com/office/drawing/2014/main" id="{A881176E-9158-A6AA-2132-408268706CED}"/>
              </a:ext>
            </a:extLst>
          </p:cNvPr>
          <p:cNvCxnSpPr/>
          <p:nvPr/>
        </p:nvCxnSpPr>
        <p:spPr>
          <a:xfrm>
            <a:off x="5791199" y="1490134"/>
            <a:ext cx="1" cy="4470399"/>
          </a:xfrm>
          <a:prstGeom prst="straightConnector1">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6864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86E04-457B-4B14-93FA-E2A015EFCF01}"/>
              </a:ext>
            </a:extLst>
          </p:cNvPr>
          <p:cNvSpPr>
            <a:spLocks noGrp="1"/>
          </p:cNvSpPr>
          <p:nvPr>
            <p:ph type="title"/>
          </p:nvPr>
        </p:nvSpPr>
        <p:spPr>
          <a:xfrm>
            <a:off x="768368" y="118533"/>
            <a:ext cx="4569865" cy="655659"/>
          </a:xfrm>
        </p:spPr>
        <p:txBody>
          <a:bodyPr>
            <a:normAutofit fontScale="90000"/>
          </a:bodyPr>
          <a:lstStyle/>
          <a:p>
            <a:r>
              <a:rPr lang="en-GB"/>
              <a:t>API Documentation</a:t>
            </a:r>
          </a:p>
        </p:txBody>
      </p:sp>
      <p:sp>
        <p:nvSpPr>
          <p:cNvPr id="3" name="Content Placeholder 2">
            <a:extLst>
              <a:ext uri="{FF2B5EF4-FFF2-40B4-BE49-F238E27FC236}">
                <a16:creationId xmlns:a16="http://schemas.microsoft.com/office/drawing/2014/main" id="{D20B72EE-5145-689C-6C26-4FE7C1AA6F96}"/>
              </a:ext>
            </a:extLst>
          </p:cNvPr>
          <p:cNvSpPr>
            <a:spLocks noGrp="1"/>
          </p:cNvSpPr>
          <p:nvPr>
            <p:ph idx="1"/>
          </p:nvPr>
        </p:nvSpPr>
        <p:spPr>
          <a:xfrm>
            <a:off x="7042169" y="884259"/>
            <a:ext cx="4713798" cy="5111496"/>
          </a:xfrm>
        </p:spPr>
        <p:txBody>
          <a:bodyPr vert="horz" lIns="91440" tIns="45720" rIns="91440" bIns="45720" rtlCol="0" anchor="t">
            <a:normAutofit/>
          </a:bodyPr>
          <a:lstStyle/>
          <a:p>
            <a:pPr marL="0" indent="0">
              <a:buNone/>
            </a:pPr>
            <a:r>
              <a:rPr lang="en-GB" sz="1400" b="1"/>
              <a:t>Swagger UI </a:t>
            </a:r>
            <a:endParaRPr lang="en-US" sz="1400" b="1"/>
          </a:p>
          <a:p>
            <a:pPr marL="342900" indent="-342900">
              <a:buFont typeface="Calibri" panose="020B0604020202020204" pitchFamily="34" charset="0"/>
              <a:buChar char="-"/>
            </a:pPr>
            <a:r>
              <a:rPr lang="en-GB" sz="1400" dirty="0"/>
              <a:t>Auto generated by </a:t>
            </a:r>
            <a:r>
              <a:rPr lang="en-GB" sz="1400" dirty="0" err="1"/>
              <a:t>FastAPI</a:t>
            </a:r>
            <a:endParaRPr lang="en-GB" sz="1400"/>
          </a:p>
          <a:p>
            <a:pPr marL="0" indent="0">
              <a:buNone/>
            </a:pPr>
            <a:endParaRPr lang="en-GB" sz="1400" dirty="0"/>
          </a:p>
          <a:p>
            <a:pPr marL="0" indent="0">
              <a:buNone/>
            </a:pPr>
            <a:r>
              <a:rPr lang="en-GB" sz="1400"/>
              <a:t>5 Resource Groups – </a:t>
            </a:r>
            <a:r>
              <a:rPr lang="en-GB" sz="1400" b="1"/>
              <a:t>24 Endpoints</a:t>
            </a:r>
            <a:endParaRPr lang="en-GB" sz="1400"/>
          </a:p>
          <a:p>
            <a:pPr marL="342900" indent="-342900">
              <a:buFont typeface="Calibri" panose="020B0604020202020204" pitchFamily="34" charset="0"/>
              <a:buChar char="-"/>
            </a:pPr>
            <a:r>
              <a:rPr lang="en-GB" sz="1400"/>
              <a:t>Drivers, Teams, Races, Results</a:t>
            </a:r>
            <a:endParaRPr lang="en-GB" sz="1400" dirty="0"/>
          </a:p>
          <a:p>
            <a:pPr marL="342900" indent="-342900">
              <a:buFont typeface="Calibri" panose="020B0604020202020204" pitchFamily="34" charset="0"/>
              <a:buChar char="-"/>
            </a:pPr>
            <a:r>
              <a:rPr lang="en-GB" sz="1400"/>
              <a:t>Full CRUD (GET, POST, PATCH, DELETE)</a:t>
            </a:r>
            <a:endParaRPr lang="en-GB" sz="1400" dirty="0"/>
          </a:p>
          <a:p>
            <a:pPr marL="342900" indent="-342900">
              <a:buFont typeface="Calibri" panose="020B0604020202020204" pitchFamily="34" charset="0"/>
              <a:buChar char="-"/>
            </a:pPr>
            <a:r>
              <a:rPr lang="en-GB" sz="1400"/>
              <a:t>Analysis (Standings, All-time leaderboard, career summaries)</a:t>
            </a:r>
            <a:endParaRPr lang="en-GB" sz="1400" dirty="0"/>
          </a:p>
          <a:p>
            <a:pPr marL="342900" indent="-342900">
              <a:buFont typeface="Calibri" panose="020B0604020202020204" pitchFamily="34" charset="0"/>
              <a:buChar char="-"/>
            </a:pPr>
            <a:r>
              <a:rPr lang="en-GB" sz="1400"/>
              <a:t>Flexible Identifiers (/drivers/HAM, /drivers/Hamilton, /drivers/1)</a:t>
            </a:r>
            <a:endParaRPr lang="en-GB" sz="1400" dirty="0"/>
          </a:p>
          <a:p>
            <a:pPr marL="0" indent="0">
              <a:buNone/>
            </a:pPr>
            <a:endParaRPr lang="en-GB" sz="1400" dirty="0"/>
          </a:p>
          <a:p>
            <a:pPr marL="0" indent="0">
              <a:buNone/>
            </a:pPr>
            <a:r>
              <a:rPr lang="en-GB" sz="1400" b="1"/>
              <a:t>Authentication</a:t>
            </a:r>
          </a:p>
          <a:p>
            <a:pPr marL="342900" indent="-342900">
              <a:buFont typeface="Calibri" panose="020B0604020202020204" pitchFamily="34" charset="0"/>
              <a:buChar char="-"/>
            </a:pPr>
            <a:r>
              <a:rPr lang="en-GB" sz="1400" dirty="0"/>
              <a:t>GET endpoints open, no key required</a:t>
            </a:r>
          </a:p>
          <a:p>
            <a:pPr marL="342900" indent="-342900">
              <a:buFont typeface="Calibri" panose="020B0604020202020204" pitchFamily="34" charset="0"/>
              <a:buChar char="-"/>
            </a:pPr>
            <a:r>
              <a:rPr lang="en-GB" sz="1400"/>
              <a:t>For POST / PATCH / DELETE: API Key Required</a:t>
            </a:r>
          </a:p>
        </p:txBody>
      </p:sp>
      <p:pic>
        <p:nvPicPr>
          <p:cNvPr id="4" name="Recording 2026-03-18 020555">
            <a:hlinkClick r:id="" action="ppaction://media"/>
            <a:extLst>
              <a:ext uri="{FF2B5EF4-FFF2-40B4-BE49-F238E27FC236}">
                <a16:creationId xmlns:a16="http://schemas.microsoft.com/office/drawing/2014/main" id="{45E1055A-6BF2-0E35-8F94-8B8AE7906A0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118" y="775945"/>
            <a:ext cx="7035955" cy="6082055"/>
          </a:xfrm>
          <a:prstGeom prst="rect">
            <a:avLst/>
          </a:prstGeom>
        </p:spPr>
      </p:pic>
    </p:spTree>
    <p:extLst>
      <p:ext uri="{BB962C8B-B14F-4D97-AF65-F5344CB8AC3E}">
        <p14:creationId xmlns:p14="http://schemas.microsoft.com/office/powerpoint/2010/main" val="1526826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F1966-0F82-8D22-9C2A-659DD482F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BF3B4-6E94-37B0-3CED-0F0567B02A7F}"/>
              </a:ext>
            </a:extLst>
          </p:cNvPr>
          <p:cNvSpPr>
            <a:spLocks noGrp="1"/>
          </p:cNvSpPr>
          <p:nvPr>
            <p:ph type="title"/>
          </p:nvPr>
        </p:nvSpPr>
        <p:spPr>
          <a:xfrm>
            <a:off x="744938" y="1772"/>
            <a:ext cx="10691265" cy="1307592"/>
          </a:xfrm>
        </p:spPr>
        <p:txBody>
          <a:bodyPr/>
          <a:lstStyle/>
          <a:p>
            <a:r>
              <a:rPr lang="en-GB" dirty="0"/>
              <a:t>Version control &amp; </a:t>
            </a:r>
            <a:r>
              <a:rPr lang="en-GB"/>
              <a:t>deployment</a:t>
            </a:r>
            <a:endParaRPr lang="en-GB" dirty="0"/>
          </a:p>
        </p:txBody>
      </p:sp>
      <p:sp>
        <p:nvSpPr>
          <p:cNvPr id="506" name="Rectangle 505">
            <a:extLst>
              <a:ext uri="{FF2B5EF4-FFF2-40B4-BE49-F238E27FC236}">
                <a16:creationId xmlns:a16="http://schemas.microsoft.com/office/drawing/2014/main" id="{1250DC8A-0699-9323-A776-E8506302D852}"/>
              </a:ext>
            </a:extLst>
          </p:cNvPr>
          <p:cNvSpPr/>
          <p:nvPr/>
        </p:nvSpPr>
        <p:spPr>
          <a:xfrm>
            <a:off x="426410" y="1570960"/>
            <a:ext cx="6003851" cy="5287040"/>
          </a:xfrm>
          <a:prstGeom prst="rect">
            <a:avLst/>
          </a:prstGeom>
          <a:solidFill>
            <a:schemeClr val="bg1">
              <a:lumMod val="95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8" name="Rectangle 527">
            <a:extLst>
              <a:ext uri="{FF2B5EF4-FFF2-40B4-BE49-F238E27FC236}">
                <a16:creationId xmlns:a16="http://schemas.microsoft.com/office/drawing/2014/main" id="{FC0C348F-1B82-8647-3707-2C0A2E7694D7}"/>
              </a:ext>
            </a:extLst>
          </p:cNvPr>
          <p:cNvSpPr/>
          <p:nvPr/>
        </p:nvSpPr>
        <p:spPr>
          <a:xfrm>
            <a:off x="876300" y="1609725"/>
            <a:ext cx="1028700" cy="42862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Init</a:t>
            </a:r>
          </a:p>
        </p:txBody>
      </p:sp>
      <p:sp>
        <p:nvSpPr>
          <p:cNvPr id="538" name="Rectangle 537">
            <a:extLst>
              <a:ext uri="{FF2B5EF4-FFF2-40B4-BE49-F238E27FC236}">
                <a16:creationId xmlns:a16="http://schemas.microsoft.com/office/drawing/2014/main" id="{494040F1-5178-C329-A16F-0F9A4FAE627D}"/>
              </a:ext>
            </a:extLst>
          </p:cNvPr>
          <p:cNvSpPr/>
          <p:nvPr/>
        </p:nvSpPr>
        <p:spPr>
          <a:xfrm>
            <a:off x="866775" y="2133599"/>
            <a:ext cx="1028700" cy="42862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t>Models</a:t>
            </a:r>
          </a:p>
        </p:txBody>
      </p:sp>
      <p:sp>
        <p:nvSpPr>
          <p:cNvPr id="539" name="Rectangle 538">
            <a:extLst>
              <a:ext uri="{FF2B5EF4-FFF2-40B4-BE49-F238E27FC236}">
                <a16:creationId xmlns:a16="http://schemas.microsoft.com/office/drawing/2014/main" id="{80B0A377-85ED-E97C-EAE5-9C7B3D698018}"/>
              </a:ext>
            </a:extLst>
          </p:cNvPr>
          <p:cNvSpPr/>
          <p:nvPr/>
        </p:nvSpPr>
        <p:spPr>
          <a:xfrm>
            <a:off x="876300" y="2695574"/>
            <a:ext cx="1028700" cy="42862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t>Routers</a:t>
            </a:r>
          </a:p>
        </p:txBody>
      </p:sp>
      <p:sp>
        <p:nvSpPr>
          <p:cNvPr id="540" name="Rectangle 539">
            <a:extLst>
              <a:ext uri="{FF2B5EF4-FFF2-40B4-BE49-F238E27FC236}">
                <a16:creationId xmlns:a16="http://schemas.microsoft.com/office/drawing/2014/main" id="{1F496AD9-B097-A513-EEF2-6C7527A4A09A}"/>
              </a:ext>
            </a:extLst>
          </p:cNvPr>
          <p:cNvSpPr/>
          <p:nvPr/>
        </p:nvSpPr>
        <p:spPr>
          <a:xfrm>
            <a:off x="876300" y="3219449"/>
            <a:ext cx="1028700" cy="42862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t>Analysis</a:t>
            </a:r>
          </a:p>
        </p:txBody>
      </p:sp>
      <p:sp>
        <p:nvSpPr>
          <p:cNvPr id="541" name="Rectangle 540">
            <a:extLst>
              <a:ext uri="{FF2B5EF4-FFF2-40B4-BE49-F238E27FC236}">
                <a16:creationId xmlns:a16="http://schemas.microsoft.com/office/drawing/2014/main" id="{B1A95884-4062-6E79-A5FD-CDF080157EED}"/>
              </a:ext>
            </a:extLst>
          </p:cNvPr>
          <p:cNvSpPr/>
          <p:nvPr/>
        </p:nvSpPr>
        <p:spPr>
          <a:xfrm>
            <a:off x="866775" y="3781424"/>
            <a:ext cx="1028700" cy="42862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t>Seed</a:t>
            </a:r>
          </a:p>
        </p:txBody>
      </p:sp>
      <p:sp>
        <p:nvSpPr>
          <p:cNvPr id="542" name="Rectangle 541">
            <a:extLst>
              <a:ext uri="{FF2B5EF4-FFF2-40B4-BE49-F238E27FC236}">
                <a16:creationId xmlns:a16="http://schemas.microsoft.com/office/drawing/2014/main" id="{D3000260-2235-C822-A5D8-92E453AA7E24}"/>
              </a:ext>
            </a:extLst>
          </p:cNvPr>
          <p:cNvSpPr/>
          <p:nvPr/>
        </p:nvSpPr>
        <p:spPr>
          <a:xfrm>
            <a:off x="876300" y="4343399"/>
            <a:ext cx="1028700" cy="42862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t>Tests</a:t>
            </a:r>
          </a:p>
        </p:txBody>
      </p:sp>
      <p:sp>
        <p:nvSpPr>
          <p:cNvPr id="543" name="Rectangle 542">
            <a:extLst>
              <a:ext uri="{FF2B5EF4-FFF2-40B4-BE49-F238E27FC236}">
                <a16:creationId xmlns:a16="http://schemas.microsoft.com/office/drawing/2014/main" id="{81387B2E-C116-75BB-0060-9169A819A1D7}"/>
              </a:ext>
            </a:extLst>
          </p:cNvPr>
          <p:cNvSpPr/>
          <p:nvPr/>
        </p:nvSpPr>
        <p:spPr>
          <a:xfrm>
            <a:off x="866775" y="4867274"/>
            <a:ext cx="1028700" cy="42862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t>Auth</a:t>
            </a:r>
          </a:p>
        </p:txBody>
      </p:sp>
      <p:sp>
        <p:nvSpPr>
          <p:cNvPr id="544" name="Rectangle 543">
            <a:extLst>
              <a:ext uri="{FF2B5EF4-FFF2-40B4-BE49-F238E27FC236}">
                <a16:creationId xmlns:a16="http://schemas.microsoft.com/office/drawing/2014/main" id="{080E58F3-A4EF-3635-C59D-0D05EBC9E97F}"/>
              </a:ext>
            </a:extLst>
          </p:cNvPr>
          <p:cNvSpPr/>
          <p:nvPr/>
        </p:nvSpPr>
        <p:spPr>
          <a:xfrm>
            <a:off x="876300" y="5391149"/>
            <a:ext cx="1028700" cy="42862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t>Utils</a:t>
            </a:r>
          </a:p>
        </p:txBody>
      </p:sp>
      <p:sp>
        <p:nvSpPr>
          <p:cNvPr id="545" name="Rectangle 544">
            <a:extLst>
              <a:ext uri="{FF2B5EF4-FFF2-40B4-BE49-F238E27FC236}">
                <a16:creationId xmlns:a16="http://schemas.microsoft.com/office/drawing/2014/main" id="{C742AB58-DA8F-DD6E-5B38-EBEE466BDFC2}"/>
              </a:ext>
            </a:extLst>
          </p:cNvPr>
          <p:cNvSpPr/>
          <p:nvPr/>
        </p:nvSpPr>
        <p:spPr>
          <a:xfrm>
            <a:off x="876300" y="5915024"/>
            <a:ext cx="1028700" cy="42862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t>Deploy</a:t>
            </a:r>
          </a:p>
        </p:txBody>
      </p:sp>
      <p:sp>
        <p:nvSpPr>
          <p:cNvPr id="546" name="Rectangle 545">
            <a:extLst>
              <a:ext uri="{FF2B5EF4-FFF2-40B4-BE49-F238E27FC236}">
                <a16:creationId xmlns:a16="http://schemas.microsoft.com/office/drawing/2014/main" id="{2C0540B6-288F-FF02-2808-6C3085954F53}"/>
              </a:ext>
            </a:extLst>
          </p:cNvPr>
          <p:cNvSpPr/>
          <p:nvPr/>
        </p:nvSpPr>
        <p:spPr>
          <a:xfrm>
            <a:off x="876300" y="6429374"/>
            <a:ext cx="1028700" cy="42862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a:t>Docs</a:t>
            </a:r>
          </a:p>
        </p:txBody>
      </p:sp>
      <p:sp>
        <p:nvSpPr>
          <p:cNvPr id="494" name="TextBox 493">
            <a:extLst>
              <a:ext uri="{FF2B5EF4-FFF2-40B4-BE49-F238E27FC236}">
                <a16:creationId xmlns:a16="http://schemas.microsoft.com/office/drawing/2014/main" id="{0D33B50F-77B6-5268-77F4-2E0C985CE6FD}"/>
              </a:ext>
            </a:extLst>
          </p:cNvPr>
          <p:cNvSpPr txBox="1"/>
          <p:nvPr/>
        </p:nvSpPr>
        <p:spPr>
          <a:xfrm>
            <a:off x="1990724" y="1656684"/>
            <a:ext cx="422909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Project Structure, Libraries</a:t>
            </a:r>
          </a:p>
        </p:txBody>
      </p:sp>
      <p:sp>
        <p:nvSpPr>
          <p:cNvPr id="495" name="TextBox 494">
            <a:extLst>
              <a:ext uri="{FF2B5EF4-FFF2-40B4-BE49-F238E27FC236}">
                <a16:creationId xmlns:a16="http://schemas.microsoft.com/office/drawing/2014/main" id="{4B1D0AAE-AEED-0B20-59EF-49995FD10870}"/>
              </a:ext>
            </a:extLst>
          </p:cNvPr>
          <p:cNvSpPr txBox="1"/>
          <p:nvPr/>
        </p:nvSpPr>
        <p:spPr>
          <a:xfrm>
            <a:off x="1987845" y="2179231"/>
            <a:ext cx="41910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ORM Models: Teams, Drivers, Races, Results</a:t>
            </a:r>
          </a:p>
        </p:txBody>
      </p:sp>
      <p:sp>
        <p:nvSpPr>
          <p:cNvPr id="496" name="TextBox 495">
            <a:extLst>
              <a:ext uri="{FF2B5EF4-FFF2-40B4-BE49-F238E27FC236}">
                <a16:creationId xmlns:a16="http://schemas.microsoft.com/office/drawing/2014/main" id="{1FC955FF-BE93-B6C4-CCB8-6CE6A4CA9AEC}"/>
              </a:ext>
            </a:extLst>
          </p:cNvPr>
          <p:cNvSpPr txBox="1"/>
          <p:nvPr/>
        </p:nvSpPr>
        <p:spPr>
          <a:xfrm>
            <a:off x="1987845" y="2746300"/>
            <a:ext cx="553779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CRUD Routers: Teams, Drivers, Races, Results</a:t>
            </a:r>
          </a:p>
        </p:txBody>
      </p:sp>
      <p:sp>
        <p:nvSpPr>
          <p:cNvPr id="497" name="TextBox 496">
            <a:extLst>
              <a:ext uri="{FF2B5EF4-FFF2-40B4-BE49-F238E27FC236}">
                <a16:creationId xmlns:a16="http://schemas.microsoft.com/office/drawing/2014/main" id="{F8BFB18C-AE4A-BA7B-BC9D-B0D5F1805BC6}"/>
              </a:ext>
            </a:extLst>
          </p:cNvPr>
          <p:cNvSpPr txBox="1"/>
          <p:nvPr/>
        </p:nvSpPr>
        <p:spPr>
          <a:xfrm>
            <a:off x="1987845" y="3269068"/>
            <a:ext cx="469604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Analysis Router: Standings, Leaderboard, Career</a:t>
            </a:r>
            <a:endParaRPr lang="en-US"/>
          </a:p>
        </p:txBody>
      </p:sp>
      <p:sp>
        <p:nvSpPr>
          <p:cNvPr id="498" name="TextBox 497">
            <a:extLst>
              <a:ext uri="{FF2B5EF4-FFF2-40B4-BE49-F238E27FC236}">
                <a16:creationId xmlns:a16="http://schemas.microsoft.com/office/drawing/2014/main" id="{10892404-AF3D-C2F6-9D6E-6F193DDC98EC}"/>
              </a:ext>
            </a:extLst>
          </p:cNvPr>
          <p:cNvSpPr txBox="1"/>
          <p:nvPr/>
        </p:nvSpPr>
        <p:spPr>
          <a:xfrm>
            <a:off x="1987845" y="3827277"/>
            <a:ext cx="41910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Seed.py - Ergast Dataset Import</a:t>
            </a:r>
          </a:p>
        </p:txBody>
      </p:sp>
      <p:sp>
        <p:nvSpPr>
          <p:cNvPr id="499" name="TextBox 498">
            <a:extLst>
              <a:ext uri="{FF2B5EF4-FFF2-40B4-BE49-F238E27FC236}">
                <a16:creationId xmlns:a16="http://schemas.microsoft.com/office/drawing/2014/main" id="{0C1F8320-B7AD-C5E0-4554-B96037999A9B}"/>
              </a:ext>
            </a:extLst>
          </p:cNvPr>
          <p:cNvSpPr txBox="1"/>
          <p:nvPr/>
        </p:nvSpPr>
        <p:spPr>
          <a:xfrm>
            <a:off x="1987844" y="4394347"/>
            <a:ext cx="41910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41 Pytest tests with in-memory database</a:t>
            </a:r>
            <a:endParaRPr lang="en-US" dirty="0"/>
          </a:p>
        </p:txBody>
      </p:sp>
      <p:sp>
        <p:nvSpPr>
          <p:cNvPr id="500" name="TextBox 499">
            <a:extLst>
              <a:ext uri="{FF2B5EF4-FFF2-40B4-BE49-F238E27FC236}">
                <a16:creationId xmlns:a16="http://schemas.microsoft.com/office/drawing/2014/main" id="{B650D0F3-E031-B991-83ED-714D20FA1CD1}"/>
              </a:ext>
            </a:extLst>
          </p:cNvPr>
          <p:cNvSpPr txBox="1"/>
          <p:nvPr/>
        </p:nvSpPr>
        <p:spPr>
          <a:xfrm>
            <a:off x="1987845" y="4917114"/>
            <a:ext cx="41910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API Key Authenti</a:t>
            </a:r>
            <a:r>
              <a:rPr lang="en-GB" sz="1600"/>
              <a:t>cation for write operations</a:t>
            </a:r>
            <a:endParaRPr lang="en-US"/>
          </a:p>
        </p:txBody>
      </p:sp>
      <p:sp>
        <p:nvSpPr>
          <p:cNvPr id="501" name="TextBox 500">
            <a:extLst>
              <a:ext uri="{FF2B5EF4-FFF2-40B4-BE49-F238E27FC236}">
                <a16:creationId xmlns:a16="http://schemas.microsoft.com/office/drawing/2014/main" id="{1D6096A5-11F2-2AA4-F520-75AE4D66DCB5}"/>
              </a:ext>
            </a:extLst>
          </p:cNvPr>
          <p:cNvSpPr txBox="1"/>
          <p:nvPr/>
        </p:nvSpPr>
        <p:spPr>
          <a:xfrm>
            <a:off x="1987844" y="5439881"/>
            <a:ext cx="41910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dirty="0"/>
              <a:t>Multi-Identifier Resolution via utils.py</a:t>
            </a:r>
          </a:p>
        </p:txBody>
      </p:sp>
      <p:sp>
        <p:nvSpPr>
          <p:cNvPr id="502" name="TextBox 501">
            <a:extLst>
              <a:ext uri="{FF2B5EF4-FFF2-40B4-BE49-F238E27FC236}">
                <a16:creationId xmlns:a16="http://schemas.microsoft.com/office/drawing/2014/main" id="{F1646DDA-6973-790F-9D32-DCD2CAA1BBA3}"/>
              </a:ext>
            </a:extLst>
          </p:cNvPr>
          <p:cNvSpPr txBox="1"/>
          <p:nvPr/>
        </p:nvSpPr>
        <p:spPr>
          <a:xfrm>
            <a:off x="1987845" y="5962649"/>
            <a:ext cx="41910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PythonAnywhere </a:t>
            </a:r>
            <a:endParaRPr lang="en-GB" sz="1600" dirty="0"/>
          </a:p>
        </p:txBody>
      </p:sp>
      <p:sp>
        <p:nvSpPr>
          <p:cNvPr id="503" name="TextBox 502">
            <a:extLst>
              <a:ext uri="{FF2B5EF4-FFF2-40B4-BE49-F238E27FC236}">
                <a16:creationId xmlns:a16="http://schemas.microsoft.com/office/drawing/2014/main" id="{BD8D3D2D-508E-2AEB-5D03-74B74843BEE7}"/>
              </a:ext>
            </a:extLst>
          </p:cNvPr>
          <p:cNvSpPr txBox="1"/>
          <p:nvPr/>
        </p:nvSpPr>
        <p:spPr>
          <a:xfrm>
            <a:off x="1987844" y="6476556"/>
            <a:ext cx="41910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t>README + API Documentation</a:t>
            </a:r>
            <a:endParaRPr lang="en-GB" sz="1600" dirty="0"/>
          </a:p>
        </p:txBody>
      </p:sp>
      <p:sp>
        <p:nvSpPr>
          <p:cNvPr id="504" name="TextBox 503">
            <a:extLst>
              <a:ext uri="{FF2B5EF4-FFF2-40B4-BE49-F238E27FC236}">
                <a16:creationId xmlns:a16="http://schemas.microsoft.com/office/drawing/2014/main" id="{D27490A9-06A0-5464-154A-23775F92B268}"/>
              </a:ext>
            </a:extLst>
          </p:cNvPr>
          <p:cNvSpPr txBox="1"/>
          <p:nvPr/>
        </p:nvSpPr>
        <p:spPr>
          <a:xfrm>
            <a:off x="2631090" y="942455"/>
            <a:ext cx="2315134"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a:t>Commit History</a:t>
            </a:r>
          </a:p>
          <a:p>
            <a:r>
              <a:rPr lang="en-GB" sz="1400" b="1"/>
              <a:t>  25 Overall Commits</a:t>
            </a:r>
            <a:endParaRPr lang="en-GB" sz="1400" b="1" dirty="0"/>
          </a:p>
        </p:txBody>
      </p:sp>
      <p:sp>
        <p:nvSpPr>
          <p:cNvPr id="531" name="Rectangle 530">
            <a:extLst>
              <a:ext uri="{FF2B5EF4-FFF2-40B4-BE49-F238E27FC236}">
                <a16:creationId xmlns:a16="http://schemas.microsoft.com/office/drawing/2014/main" id="{529A2D78-AADD-6507-F8D4-2FFFE266AD0A}"/>
              </a:ext>
            </a:extLst>
          </p:cNvPr>
          <p:cNvSpPr/>
          <p:nvPr/>
        </p:nvSpPr>
        <p:spPr>
          <a:xfrm>
            <a:off x="6433805" y="1579820"/>
            <a:ext cx="5755757" cy="5278180"/>
          </a:xfrm>
          <a:prstGeom prst="rect">
            <a:avLst/>
          </a:prstGeom>
          <a:solidFill>
            <a:schemeClr val="bg1">
              <a:lumMod val="95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32" name="Straight Arrow Connector 531">
            <a:extLst>
              <a:ext uri="{FF2B5EF4-FFF2-40B4-BE49-F238E27FC236}">
                <a16:creationId xmlns:a16="http://schemas.microsoft.com/office/drawing/2014/main" id="{F56D1233-8C96-F51B-78DA-2258F7D6ECAB}"/>
              </a:ext>
            </a:extLst>
          </p:cNvPr>
          <p:cNvCxnSpPr/>
          <p:nvPr/>
        </p:nvCxnSpPr>
        <p:spPr>
          <a:xfrm flipH="1">
            <a:off x="6413255" y="1581815"/>
            <a:ext cx="15946" cy="5273749"/>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535" name="TextBox 534">
            <a:extLst>
              <a:ext uri="{FF2B5EF4-FFF2-40B4-BE49-F238E27FC236}">
                <a16:creationId xmlns:a16="http://schemas.microsoft.com/office/drawing/2014/main" id="{5E3575CD-0987-0428-56AC-800508A17FBB}"/>
              </a:ext>
            </a:extLst>
          </p:cNvPr>
          <p:cNvSpPr txBox="1"/>
          <p:nvPr/>
        </p:nvSpPr>
        <p:spPr>
          <a:xfrm>
            <a:off x="8321748" y="1126386"/>
            <a:ext cx="198230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a:t>Deployment</a:t>
            </a:r>
            <a:endParaRPr lang="en-US" sz="2000"/>
          </a:p>
        </p:txBody>
      </p:sp>
      <p:sp>
        <p:nvSpPr>
          <p:cNvPr id="536" name="TextBox 535">
            <a:extLst>
              <a:ext uri="{FF2B5EF4-FFF2-40B4-BE49-F238E27FC236}">
                <a16:creationId xmlns:a16="http://schemas.microsoft.com/office/drawing/2014/main" id="{64F6980C-6F60-8A99-5B95-73409165B5E5}"/>
              </a:ext>
            </a:extLst>
          </p:cNvPr>
          <p:cNvSpPr txBox="1"/>
          <p:nvPr/>
        </p:nvSpPr>
        <p:spPr>
          <a:xfrm>
            <a:off x="6788666" y="1827914"/>
            <a:ext cx="4829618"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1"/>
              <a:t>PythonAnywhere – Free Python Hosting</a:t>
            </a:r>
            <a:endParaRPr lang="en-GB" sz="1600" b="1" dirty="0"/>
          </a:p>
          <a:p>
            <a:endParaRPr lang="en-GB" sz="1600" dirty="0"/>
          </a:p>
          <a:p>
            <a:r>
              <a:rPr lang="en-GB" sz="1600"/>
              <a:t>Issue 1: SQLite path broke in production</a:t>
            </a:r>
            <a:endParaRPr lang="en-GB" sz="1600" dirty="0"/>
          </a:p>
          <a:p>
            <a:r>
              <a:rPr lang="en-GB" sz="1600"/>
              <a:t>Fix: Absolute path derived from __file__</a:t>
            </a:r>
            <a:endParaRPr lang="en-GB" sz="1600" dirty="0"/>
          </a:p>
          <a:p>
            <a:endParaRPr lang="en-GB" sz="1600" dirty="0"/>
          </a:p>
          <a:p>
            <a:r>
              <a:rPr lang="en-GB" sz="1600" dirty="0"/>
              <a:t>Issue 2: WSGI wrapper caused uWSGI hang</a:t>
            </a:r>
          </a:p>
          <a:p>
            <a:r>
              <a:rPr lang="en-GB" sz="1600" dirty="0"/>
              <a:t>Fix: Deploy via pa website create with Uvicorn Directly</a:t>
            </a:r>
          </a:p>
          <a:p>
            <a:endParaRPr lang="en-GB" sz="1600" dirty="0"/>
          </a:p>
          <a:p>
            <a:r>
              <a:rPr lang="en-GB" sz="1600"/>
              <a:t>Workflow after deployment:</a:t>
            </a:r>
            <a:br>
              <a:rPr lang="en-GB" sz="1600" dirty="0"/>
            </a:br>
            <a:r>
              <a:rPr lang="en-GB" sz="1600"/>
              <a:t>-&gt; Develop Locally</a:t>
            </a:r>
            <a:endParaRPr lang="en-GB" sz="1600" dirty="0"/>
          </a:p>
          <a:p>
            <a:r>
              <a:rPr lang="en-GB" sz="1600"/>
              <a:t>-&gt; Git Push</a:t>
            </a:r>
            <a:br>
              <a:rPr lang="en-GB" sz="1600" dirty="0"/>
            </a:br>
            <a:r>
              <a:rPr lang="en-GB" sz="1600"/>
              <a:t>-&gt; Git Pull on PythonAnywhere terminal</a:t>
            </a:r>
            <a:endParaRPr lang="en-GB" sz="1600" dirty="0"/>
          </a:p>
          <a:p>
            <a:r>
              <a:rPr lang="en-GB" sz="1600"/>
              <a:t>-&gt; pa website reload</a:t>
            </a:r>
            <a:endParaRPr lang="en-GB" sz="1600" dirty="0"/>
          </a:p>
        </p:txBody>
      </p:sp>
    </p:spTree>
    <p:extLst>
      <p:ext uri="{BB962C8B-B14F-4D97-AF65-F5344CB8AC3E}">
        <p14:creationId xmlns:p14="http://schemas.microsoft.com/office/powerpoint/2010/main" val="764273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40CEE-F344-1364-D690-24FC2297901E}"/>
              </a:ext>
            </a:extLst>
          </p:cNvPr>
          <p:cNvSpPr>
            <a:spLocks noGrp="1"/>
          </p:cNvSpPr>
          <p:nvPr>
            <p:ph type="title"/>
          </p:nvPr>
        </p:nvSpPr>
        <p:spPr>
          <a:xfrm>
            <a:off x="700635" y="914400"/>
            <a:ext cx="10691265" cy="793686"/>
          </a:xfrm>
        </p:spPr>
        <p:txBody>
          <a:bodyPr/>
          <a:lstStyle/>
          <a:p>
            <a:r>
              <a:rPr lang="en-GB"/>
              <a:t>Reflections &amp; Lessons Learned</a:t>
            </a:r>
          </a:p>
        </p:txBody>
      </p:sp>
      <p:sp>
        <p:nvSpPr>
          <p:cNvPr id="4" name="Rectangle 3">
            <a:extLst>
              <a:ext uri="{FF2B5EF4-FFF2-40B4-BE49-F238E27FC236}">
                <a16:creationId xmlns:a16="http://schemas.microsoft.com/office/drawing/2014/main" id="{4D65F94D-2EEE-8575-E5F6-64337E0D6D22}"/>
              </a:ext>
            </a:extLst>
          </p:cNvPr>
          <p:cNvSpPr/>
          <p:nvPr/>
        </p:nvSpPr>
        <p:spPr>
          <a:xfrm>
            <a:off x="238878" y="1735233"/>
            <a:ext cx="3840480" cy="512064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 name="Rectangle 4">
            <a:extLst>
              <a:ext uri="{FF2B5EF4-FFF2-40B4-BE49-F238E27FC236}">
                <a16:creationId xmlns:a16="http://schemas.microsoft.com/office/drawing/2014/main" id="{0B954CF4-839E-1B7A-8350-96961B3363DC}"/>
              </a:ext>
            </a:extLst>
          </p:cNvPr>
          <p:cNvSpPr/>
          <p:nvPr/>
        </p:nvSpPr>
        <p:spPr>
          <a:xfrm>
            <a:off x="4181785" y="1735233"/>
            <a:ext cx="3840480" cy="512064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 name="Rectangle 5">
            <a:extLst>
              <a:ext uri="{FF2B5EF4-FFF2-40B4-BE49-F238E27FC236}">
                <a16:creationId xmlns:a16="http://schemas.microsoft.com/office/drawing/2014/main" id="{35CE7AE3-4B3A-87DE-2CCC-125B2B792D1C}"/>
              </a:ext>
            </a:extLst>
          </p:cNvPr>
          <p:cNvSpPr/>
          <p:nvPr/>
        </p:nvSpPr>
        <p:spPr>
          <a:xfrm>
            <a:off x="8168995" y="1735233"/>
            <a:ext cx="3840480" cy="512064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 name="TextBox 6">
            <a:extLst>
              <a:ext uri="{FF2B5EF4-FFF2-40B4-BE49-F238E27FC236}">
                <a16:creationId xmlns:a16="http://schemas.microsoft.com/office/drawing/2014/main" id="{0584C829-8DA3-1ED7-1C52-0856C1159198}"/>
              </a:ext>
            </a:extLst>
          </p:cNvPr>
          <p:cNvSpPr txBox="1"/>
          <p:nvPr/>
        </p:nvSpPr>
        <p:spPr>
          <a:xfrm>
            <a:off x="291510" y="2019521"/>
            <a:ext cx="3730696" cy="27699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solidFill>
                  <a:schemeClr val="bg1"/>
                </a:solidFill>
              </a:rPr>
              <a:t>Domain Knowledge </a:t>
            </a:r>
            <a:r>
              <a:rPr lang="en-GB">
                <a:solidFill>
                  <a:schemeClr val="bg1"/>
                </a:solidFill>
              </a:rPr>
              <a:t>Importance</a:t>
            </a:r>
          </a:p>
          <a:p>
            <a:endParaRPr lang="en-GB" sz="1600" dirty="0">
              <a:solidFill>
                <a:schemeClr val="bg1"/>
              </a:solidFill>
            </a:endParaRPr>
          </a:p>
          <a:p>
            <a:endParaRPr lang="en-GB" sz="1400" dirty="0">
              <a:solidFill>
                <a:schemeClr val="bg1"/>
              </a:solidFill>
            </a:endParaRPr>
          </a:p>
          <a:p>
            <a:r>
              <a:rPr lang="en-GB" sz="1400">
                <a:solidFill>
                  <a:schemeClr val="bg1"/>
                </a:solidFill>
              </a:rPr>
              <a:t>Assumed Unique Driver Numbers</a:t>
            </a:r>
            <a:endParaRPr lang="en-GB" sz="1400" dirty="0">
              <a:solidFill>
                <a:schemeClr val="bg1"/>
              </a:solidFill>
            </a:endParaRPr>
          </a:p>
          <a:p>
            <a:pPr marL="285750" indent="-285750">
              <a:buFont typeface="Calibri"/>
              <a:buChar char="-"/>
            </a:pPr>
            <a:r>
              <a:rPr lang="en-GB" sz="1400">
                <a:solidFill>
                  <a:schemeClr val="bg1"/>
                </a:solidFill>
              </a:rPr>
              <a:t>Not the case pre-2014</a:t>
            </a:r>
            <a:endParaRPr lang="en-GB" sz="1400" dirty="0">
              <a:solidFill>
                <a:schemeClr val="bg1"/>
              </a:solidFill>
            </a:endParaRPr>
          </a:p>
          <a:p>
            <a:pPr marL="285750" indent="-285750">
              <a:buFont typeface="Calibri"/>
              <a:buChar char="-"/>
            </a:pPr>
            <a:endParaRPr lang="en-GB" sz="1400" dirty="0">
              <a:solidFill>
                <a:schemeClr val="bg1"/>
              </a:solidFill>
            </a:endParaRPr>
          </a:p>
          <a:p>
            <a:r>
              <a:rPr lang="en-GB" sz="1400">
                <a:solidFill>
                  <a:schemeClr val="bg1"/>
                </a:solidFill>
              </a:rPr>
              <a:t>Aggregated Point totals ≠ Official Standings</a:t>
            </a:r>
            <a:endParaRPr lang="en-GB" sz="1400" dirty="0">
              <a:solidFill>
                <a:schemeClr val="bg1"/>
              </a:solidFill>
            </a:endParaRPr>
          </a:p>
          <a:p>
            <a:pPr marL="285750" indent="-285750">
              <a:buFont typeface="Calibri"/>
              <a:buChar char="-"/>
            </a:pPr>
            <a:r>
              <a:rPr lang="en-GB" sz="1400">
                <a:solidFill>
                  <a:schemeClr val="bg1"/>
                </a:solidFill>
              </a:rPr>
              <a:t>Dropped scores, countbacks</a:t>
            </a:r>
            <a:endParaRPr lang="en-GB" sz="1400" dirty="0">
              <a:solidFill>
                <a:schemeClr val="bg1"/>
              </a:solidFill>
            </a:endParaRPr>
          </a:p>
          <a:p>
            <a:pPr marL="285750" indent="-285750">
              <a:buFont typeface="Calibri"/>
              <a:buChar char="-"/>
            </a:pPr>
            <a:endParaRPr lang="en-GB" sz="1400" dirty="0">
              <a:solidFill>
                <a:schemeClr val="bg1"/>
              </a:solidFill>
            </a:endParaRPr>
          </a:p>
          <a:p>
            <a:r>
              <a:rPr lang="en-GB" sz="1400" dirty="0">
                <a:solidFill>
                  <a:schemeClr val="bg1"/>
                </a:solidFill>
              </a:rPr>
              <a:t>Led to separate SeasonStanding/ConstructorStanding models</a:t>
            </a:r>
          </a:p>
          <a:p>
            <a:endParaRPr lang="en-GB" sz="1400" dirty="0">
              <a:solidFill>
                <a:schemeClr val="bg1"/>
              </a:solidFill>
            </a:endParaRPr>
          </a:p>
        </p:txBody>
      </p:sp>
      <p:sp>
        <p:nvSpPr>
          <p:cNvPr id="8" name="TextBox 7">
            <a:extLst>
              <a:ext uri="{FF2B5EF4-FFF2-40B4-BE49-F238E27FC236}">
                <a16:creationId xmlns:a16="http://schemas.microsoft.com/office/drawing/2014/main" id="{F1F8C46A-F11D-25B9-D053-764C3D81480B}"/>
              </a:ext>
            </a:extLst>
          </p:cNvPr>
          <p:cNvSpPr txBox="1"/>
          <p:nvPr/>
        </p:nvSpPr>
        <p:spPr>
          <a:xfrm>
            <a:off x="4287579" y="2019521"/>
            <a:ext cx="3642092" cy="27699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1"/>
                </a:solidFill>
              </a:rPr>
              <a:t>Results model Complexity</a:t>
            </a:r>
          </a:p>
          <a:p>
            <a:endParaRPr lang="en-GB" sz="1600" dirty="0">
              <a:solidFill>
                <a:schemeClr val="bg1"/>
              </a:solidFill>
            </a:endParaRPr>
          </a:p>
          <a:p>
            <a:r>
              <a:rPr lang="en-GB" sz="1400">
                <a:solidFill>
                  <a:schemeClr val="bg1"/>
                </a:solidFill>
              </a:rPr>
              <a:t>Position Nullable</a:t>
            </a:r>
            <a:endParaRPr lang="en-GB" sz="1400" dirty="0">
              <a:solidFill>
                <a:schemeClr val="bg1"/>
              </a:solidFill>
            </a:endParaRPr>
          </a:p>
          <a:p>
            <a:pPr marL="285750" indent="-285750">
              <a:buFont typeface="Calibri"/>
              <a:buChar char="-"/>
            </a:pPr>
            <a:r>
              <a:rPr lang="en-GB" sz="1400" dirty="0">
                <a:solidFill>
                  <a:schemeClr val="bg1"/>
                </a:solidFill>
              </a:rPr>
              <a:t>Retired drivers have no </a:t>
            </a:r>
            <a:r>
              <a:rPr lang="en-GB" sz="1400">
                <a:solidFill>
                  <a:schemeClr val="bg1"/>
                </a:solidFill>
              </a:rPr>
              <a:t>finishing position</a:t>
            </a:r>
            <a:endParaRPr lang="en-GB" sz="1400" dirty="0">
              <a:solidFill>
                <a:schemeClr val="bg1"/>
              </a:solidFill>
            </a:endParaRPr>
          </a:p>
          <a:p>
            <a:pPr marL="285750" indent="-285750">
              <a:buFont typeface="Calibri"/>
              <a:buChar char="-"/>
            </a:pPr>
            <a:endParaRPr lang="en-GB" sz="1400" dirty="0">
              <a:solidFill>
                <a:schemeClr val="bg1"/>
              </a:solidFill>
            </a:endParaRPr>
          </a:p>
          <a:p>
            <a:r>
              <a:rPr lang="en-GB" sz="1400">
                <a:solidFill>
                  <a:schemeClr val="bg1"/>
                </a:solidFill>
              </a:rPr>
              <a:t>Points as float</a:t>
            </a:r>
            <a:endParaRPr lang="en-GB" sz="1400" dirty="0">
              <a:solidFill>
                <a:schemeClr val="bg1"/>
              </a:solidFill>
            </a:endParaRPr>
          </a:p>
          <a:p>
            <a:pPr marL="285750" indent="-285750">
              <a:buFont typeface="Calibri"/>
              <a:buChar char="-"/>
            </a:pPr>
            <a:r>
              <a:rPr lang="en-GB" sz="1400">
                <a:solidFill>
                  <a:schemeClr val="bg1"/>
                </a:solidFill>
              </a:rPr>
              <a:t>Half-points in shortened races</a:t>
            </a:r>
            <a:endParaRPr lang="en-GB" sz="1400" dirty="0">
              <a:solidFill>
                <a:schemeClr val="bg1"/>
              </a:solidFill>
            </a:endParaRPr>
          </a:p>
          <a:p>
            <a:pPr marL="285750" indent="-285750">
              <a:buFont typeface="Calibri"/>
              <a:buChar char="-"/>
            </a:pPr>
            <a:endParaRPr lang="en-GB" sz="1400" dirty="0">
              <a:solidFill>
                <a:schemeClr val="bg1"/>
              </a:solidFill>
            </a:endParaRPr>
          </a:p>
          <a:p>
            <a:r>
              <a:rPr lang="en-GB" sz="1400">
                <a:solidFill>
                  <a:schemeClr val="bg1"/>
                </a:solidFill>
              </a:rPr>
              <a:t>Duplicate Check in router</a:t>
            </a:r>
            <a:endParaRPr lang="en-GB" sz="1400" dirty="0">
              <a:solidFill>
                <a:schemeClr val="bg1"/>
              </a:solidFill>
            </a:endParaRPr>
          </a:p>
          <a:p>
            <a:pPr marL="285750" indent="-285750">
              <a:buFont typeface="Calibri"/>
              <a:buChar char="-"/>
            </a:pPr>
            <a:r>
              <a:rPr lang="en-GB" sz="1400">
                <a:solidFill>
                  <a:schemeClr val="bg1"/>
                </a:solidFill>
              </a:rPr>
              <a:t>Same driver cannot appear twice in a race</a:t>
            </a:r>
            <a:endParaRPr lang="en-GB" sz="1400" dirty="0">
              <a:solidFill>
                <a:schemeClr val="bg1"/>
              </a:solidFill>
            </a:endParaRPr>
          </a:p>
          <a:p>
            <a:endParaRPr lang="en-GB" sz="1400" dirty="0">
              <a:solidFill>
                <a:schemeClr val="bg1"/>
              </a:solidFill>
            </a:endParaRPr>
          </a:p>
          <a:p>
            <a:endParaRPr lang="en-GB" sz="1400" dirty="0">
              <a:solidFill>
                <a:schemeClr val="bg1"/>
              </a:solidFill>
            </a:endParaRPr>
          </a:p>
        </p:txBody>
      </p:sp>
      <p:sp>
        <p:nvSpPr>
          <p:cNvPr id="9" name="TextBox 8">
            <a:extLst>
              <a:ext uri="{FF2B5EF4-FFF2-40B4-BE49-F238E27FC236}">
                <a16:creationId xmlns:a16="http://schemas.microsoft.com/office/drawing/2014/main" id="{422BC619-35CA-995A-68A8-FA61A1C8103D}"/>
              </a:ext>
            </a:extLst>
          </p:cNvPr>
          <p:cNvSpPr txBox="1"/>
          <p:nvPr/>
        </p:nvSpPr>
        <p:spPr>
          <a:xfrm>
            <a:off x="8265927" y="2019521"/>
            <a:ext cx="3642092" cy="23391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1"/>
                </a:solidFill>
                <a:ea typeface="+mn-lt"/>
                <a:cs typeface="+mn-lt"/>
              </a:rPr>
              <a:t>AI-Assisted Development</a:t>
            </a:r>
            <a:endParaRPr lang="en-US">
              <a:solidFill>
                <a:schemeClr val="bg1"/>
              </a:solidFill>
              <a:ea typeface="+mn-lt"/>
              <a:cs typeface="+mn-lt"/>
            </a:endParaRPr>
          </a:p>
          <a:p>
            <a:endParaRPr lang="en-GB" sz="1600" dirty="0">
              <a:solidFill>
                <a:srgbClr val="4D4D4C"/>
              </a:solidFill>
              <a:ea typeface="+mn-lt"/>
              <a:cs typeface="+mn-lt"/>
            </a:endParaRPr>
          </a:p>
          <a:p>
            <a:r>
              <a:rPr lang="en-GB" sz="1400">
                <a:solidFill>
                  <a:schemeClr val="bg1"/>
                </a:solidFill>
                <a:ea typeface="+mn-lt"/>
                <a:cs typeface="+mn-lt"/>
              </a:rPr>
              <a:t>Heavily used to explore alternatives</a:t>
            </a:r>
          </a:p>
          <a:p>
            <a:endParaRPr lang="en-GB" sz="1400" dirty="0">
              <a:solidFill>
                <a:schemeClr val="bg1"/>
              </a:solidFill>
              <a:ea typeface="+mn-lt"/>
              <a:cs typeface="+mn-lt"/>
            </a:endParaRPr>
          </a:p>
          <a:p>
            <a:r>
              <a:rPr lang="en-GB" sz="1400" dirty="0">
                <a:solidFill>
                  <a:schemeClr val="bg1"/>
                </a:solidFill>
                <a:ea typeface="+mn-lt"/>
                <a:cs typeface="+mn-lt"/>
              </a:rPr>
              <a:t>Consistently used to identify weaknesses and correct flaws</a:t>
            </a:r>
          </a:p>
          <a:p>
            <a:endParaRPr lang="en-GB" sz="1400" dirty="0">
              <a:solidFill>
                <a:schemeClr val="bg1"/>
              </a:solidFill>
              <a:ea typeface="+mn-lt"/>
              <a:cs typeface="+mn-lt"/>
            </a:endParaRPr>
          </a:p>
          <a:p>
            <a:r>
              <a:rPr lang="en-GB" sz="1400">
                <a:solidFill>
                  <a:schemeClr val="bg1"/>
                </a:solidFill>
                <a:ea typeface="+mn-lt"/>
                <a:cs typeface="+mn-lt"/>
              </a:rPr>
              <a:t>Troubleshooting  throughout </a:t>
            </a:r>
            <a:endParaRPr lang="en-US" sz="1400">
              <a:solidFill>
                <a:schemeClr val="bg1"/>
              </a:solidFill>
              <a:ea typeface="+mn-lt"/>
              <a:cs typeface="+mn-lt"/>
            </a:endParaRPr>
          </a:p>
          <a:p>
            <a:r>
              <a:rPr lang="en-GB" sz="1400">
                <a:solidFill>
                  <a:schemeClr val="bg1"/>
                </a:solidFill>
                <a:ea typeface="+mn-lt"/>
                <a:cs typeface="+mn-lt"/>
              </a:rPr>
              <a:t>(e.g. Deployment)</a:t>
            </a:r>
            <a:endParaRPr lang="en-US" sz="1400">
              <a:solidFill>
                <a:schemeClr val="bg1"/>
              </a:solidFill>
              <a:ea typeface="+mn-lt"/>
              <a:cs typeface="+mn-lt"/>
            </a:endParaRPr>
          </a:p>
          <a:p>
            <a:endParaRPr lang="en-GB" sz="1400" dirty="0">
              <a:solidFill>
                <a:schemeClr val="bg1"/>
              </a:solidFill>
              <a:ea typeface="+mn-lt"/>
              <a:cs typeface="+mn-lt"/>
            </a:endParaRPr>
          </a:p>
        </p:txBody>
      </p:sp>
    </p:spTree>
    <p:extLst>
      <p:ext uri="{BB962C8B-B14F-4D97-AF65-F5344CB8AC3E}">
        <p14:creationId xmlns:p14="http://schemas.microsoft.com/office/powerpoint/2010/main" val="3849435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2942A-7636-0787-EBAB-80BF8E7185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E4AA43-ABAD-610D-9B1C-D12E39270742}"/>
              </a:ext>
            </a:extLst>
          </p:cNvPr>
          <p:cNvSpPr>
            <a:spLocks noGrp="1"/>
          </p:cNvSpPr>
          <p:nvPr>
            <p:ph type="title"/>
          </p:nvPr>
        </p:nvSpPr>
        <p:spPr>
          <a:xfrm>
            <a:off x="700635" y="914400"/>
            <a:ext cx="10691265" cy="793686"/>
          </a:xfrm>
        </p:spPr>
        <p:txBody>
          <a:bodyPr/>
          <a:lstStyle/>
          <a:p>
            <a:r>
              <a:rPr lang="en-GB"/>
              <a:t>Deliverables</a:t>
            </a:r>
            <a:endParaRPr lang="en-US"/>
          </a:p>
        </p:txBody>
      </p:sp>
      <p:sp>
        <p:nvSpPr>
          <p:cNvPr id="4" name="Rectangle 3">
            <a:extLst>
              <a:ext uri="{FF2B5EF4-FFF2-40B4-BE49-F238E27FC236}">
                <a16:creationId xmlns:a16="http://schemas.microsoft.com/office/drawing/2014/main" id="{C30F6799-85CB-9542-5A78-AAE5085AD764}"/>
              </a:ext>
            </a:extLst>
          </p:cNvPr>
          <p:cNvSpPr/>
          <p:nvPr/>
        </p:nvSpPr>
        <p:spPr>
          <a:xfrm>
            <a:off x="232163" y="1736110"/>
            <a:ext cx="3849238" cy="512064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 name="Rectangle 4">
            <a:extLst>
              <a:ext uri="{FF2B5EF4-FFF2-40B4-BE49-F238E27FC236}">
                <a16:creationId xmlns:a16="http://schemas.microsoft.com/office/drawing/2014/main" id="{75A74A4D-178E-373D-5A03-804E51112898}"/>
              </a:ext>
            </a:extLst>
          </p:cNvPr>
          <p:cNvSpPr/>
          <p:nvPr/>
        </p:nvSpPr>
        <p:spPr>
          <a:xfrm>
            <a:off x="4181785" y="1735233"/>
            <a:ext cx="3840480" cy="512064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6" name="Rectangle 5">
            <a:extLst>
              <a:ext uri="{FF2B5EF4-FFF2-40B4-BE49-F238E27FC236}">
                <a16:creationId xmlns:a16="http://schemas.microsoft.com/office/drawing/2014/main" id="{B4513EFD-4D94-FBBE-4C46-46F2C906CB86}"/>
              </a:ext>
            </a:extLst>
          </p:cNvPr>
          <p:cNvSpPr/>
          <p:nvPr/>
        </p:nvSpPr>
        <p:spPr>
          <a:xfrm>
            <a:off x="8168995" y="1735233"/>
            <a:ext cx="3840480" cy="5120640"/>
          </a:xfrm>
          <a:prstGeom prst="rect">
            <a:avLst/>
          </a:prstGeom>
          <a:solidFill>
            <a:srgbClr val="24243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 name="TextBox 6">
            <a:extLst>
              <a:ext uri="{FF2B5EF4-FFF2-40B4-BE49-F238E27FC236}">
                <a16:creationId xmlns:a16="http://schemas.microsoft.com/office/drawing/2014/main" id="{BEE3FCEC-1EED-2C59-DF36-2C41CF0C11EA}"/>
              </a:ext>
            </a:extLst>
          </p:cNvPr>
          <p:cNvSpPr txBox="1"/>
          <p:nvPr/>
        </p:nvSpPr>
        <p:spPr>
          <a:xfrm>
            <a:off x="291510" y="2019521"/>
            <a:ext cx="373069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1"/>
                </a:solidFill>
              </a:rPr>
              <a:t>GitHub Repository</a:t>
            </a:r>
            <a:endParaRPr lang="en-US"/>
          </a:p>
          <a:p>
            <a:endParaRPr lang="en-GB" sz="1600" dirty="0">
              <a:solidFill>
                <a:schemeClr val="bg1"/>
              </a:solidFill>
            </a:endParaRPr>
          </a:p>
          <a:p>
            <a:r>
              <a:rPr lang="en-US" sz="1200" i="1" dirty="0">
                <a:solidFill>
                  <a:srgbClr val="FFCC00"/>
                </a:solidFill>
                <a:latin typeface="Calibri"/>
                <a:ea typeface="Calibri"/>
                <a:cs typeface="Calibri"/>
              </a:rPr>
              <a:t>github.com/</a:t>
            </a:r>
            <a:r>
              <a:rPr lang="en-US" sz="1200" i="1" dirty="0" err="1">
                <a:solidFill>
                  <a:srgbClr val="FFCC00"/>
                </a:solidFill>
                <a:latin typeface="Calibri"/>
                <a:ea typeface="Calibri"/>
                <a:cs typeface="Calibri"/>
              </a:rPr>
              <a:t>kyrikonis</a:t>
            </a:r>
            <a:r>
              <a:rPr lang="en-US" sz="1200" i="1" dirty="0">
                <a:solidFill>
                  <a:srgbClr val="FFCC00"/>
                </a:solidFill>
                <a:latin typeface="Calibri"/>
                <a:ea typeface="Calibri"/>
                <a:cs typeface="Calibri"/>
              </a:rPr>
              <a:t>/F1_API</a:t>
            </a:r>
            <a:endParaRPr lang="en-GB" sz="1200" dirty="0">
              <a:solidFill>
                <a:srgbClr val="000000"/>
              </a:solidFill>
              <a:latin typeface="Calibri"/>
              <a:ea typeface="Calibri"/>
              <a:cs typeface="Calibri"/>
            </a:endParaRPr>
          </a:p>
          <a:p>
            <a:endParaRPr lang="en-GB" sz="1400" dirty="0">
              <a:solidFill>
                <a:schemeClr val="bg1"/>
              </a:solidFill>
            </a:endParaRPr>
          </a:p>
          <a:p>
            <a:r>
              <a:rPr lang="en-GB" sz="1400">
                <a:solidFill>
                  <a:schemeClr val="bg1"/>
                </a:solidFill>
              </a:rPr>
              <a:t>Public repo with full commit history</a:t>
            </a:r>
            <a:endParaRPr lang="en-GB" sz="1400" dirty="0">
              <a:solidFill>
                <a:schemeClr val="bg1"/>
              </a:solidFill>
            </a:endParaRPr>
          </a:p>
          <a:p>
            <a:endParaRPr lang="en-GB" sz="1400" dirty="0">
              <a:solidFill>
                <a:schemeClr val="bg1"/>
              </a:solidFill>
            </a:endParaRPr>
          </a:p>
          <a:p>
            <a:r>
              <a:rPr lang="en-GB" sz="1400">
                <a:solidFill>
                  <a:schemeClr val="bg1"/>
                </a:solidFill>
              </a:rPr>
              <a:t>README with setup instructions</a:t>
            </a:r>
            <a:endParaRPr lang="en-GB" sz="1400" dirty="0">
              <a:solidFill>
                <a:schemeClr val="bg1"/>
              </a:solidFill>
            </a:endParaRPr>
          </a:p>
          <a:p>
            <a:endParaRPr lang="en-GB" sz="1400" dirty="0">
              <a:solidFill>
                <a:schemeClr val="bg1"/>
              </a:solidFill>
            </a:endParaRPr>
          </a:p>
          <a:p>
            <a:r>
              <a:rPr lang="en-GB" sz="1400">
                <a:solidFill>
                  <a:schemeClr val="bg1"/>
                </a:solidFill>
              </a:rPr>
              <a:t>API documentation PDF included</a:t>
            </a:r>
            <a:endParaRPr lang="en-GB" sz="1400" dirty="0">
              <a:solidFill>
                <a:schemeClr val="bg1"/>
              </a:solidFill>
            </a:endParaRPr>
          </a:p>
          <a:p>
            <a:endParaRPr lang="en-GB" sz="1400" dirty="0">
              <a:solidFill>
                <a:schemeClr val="bg1"/>
              </a:solidFill>
            </a:endParaRPr>
          </a:p>
        </p:txBody>
      </p:sp>
      <p:sp>
        <p:nvSpPr>
          <p:cNvPr id="8" name="TextBox 7">
            <a:extLst>
              <a:ext uri="{FF2B5EF4-FFF2-40B4-BE49-F238E27FC236}">
                <a16:creationId xmlns:a16="http://schemas.microsoft.com/office/drawing/2014/main" id="{A785B6A7-C1BB-6538-C151-2943F1BBBD0B}"/>
              </a:ext>
            </a:extLst>
          </p:cNvPr>
          <p:cNvSpPr txBox="1"/>
          <p:nvPr/>
        </p:nvSpPr>
        <p:spPr>
          <a:xfrm>
            <a:off x="4287579" y="2019521"/>
            <a:ext cx="3642092"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1"/>
                </a:solidFill>
              </a:rPr>
              <a:t>Live Deployment</a:t>
            </a:r>
            <a:endParaRPr lang="en-US"/>
          </a:p>
          <a:p>
            <a:endParaRPr lang="en-GB" sz="1600" dirty="0">
              <a:solidFill>
                <a:schemeClr val="bg1"/>
              </a:solidFill>
            </a:endParaRPr>
          </a:p>
          <a:p>
            <a:r>
              <a:rPr lang="en-US" sz="1200" i="1">
                <a:solidFill>
                  <a:srgbClr val="FFCC00"/>
                </a:solidFill>
                <a:latin typeface="Calibri"/>
                <a:ea typeface="Calibri"/>
                <a:cs typeface="Calibri"/>
              </a:rPr>
              <a:t>kyrik2005.pythonanywhere.com</a:t>
            </a:r>
            <a:endParaRPr lang="en-GB" sz="1200">
              <a:solidFill>
                <a:srgbClr val="000000"/>
              </a:solidFill>
              <a:latin typeface="Calibri"/>
              <a:ea typeface="Calibri"/>
              <a:cs typeface="Calibri"/>
            </a:endParaRPr>
          </a:p>
          <a:p>
            <a:endParaRPr lang="en-GB" sz="1400" dirty="0">
              <a:solidFill>
                <a:schemeClr val="bg1"/>
              </a:solidFill>
            </a:endParaRPr>
          </a:p>
          <a:p>
            <a:r>
              <a:rPr lang="en-GB" sz="1400">
                <a:solidFill>
                  <a:schemeClr val="bg1"/>
                </a:solidFill>
              </a:rPr>
              <a:t>Swagger UI available at /docs</a:t>
            </a:r>
            <a:endParaRPr lang="en-GB" sz="1400" dirty="0">
              <a:solidFill>
                <a:schemeClr val="bg1"/>
              </a:solidFill>
            </a:endParaRPr>
          </a:p>
          <a:p>
            <a:pPr marL="285750" indent="-285750">
              <a:buFont typeface="Calibri"/>
              <a:buChar char="-"/>
            </a:pPr>
            <a:endParaRPr lang="en-GB" sz="1400" dirty="0">
              <a:solidFill>
                <a:schemeClr val="bg1"/>
              </a:solidFill>
            </a:endParaRPr>
          </a:p>
          <a:p>
            <a:r>
              <a:rPr lang="en-GB" sz="1400">
                <a:solidFill>
                  <a:schemeClr val="bg1"/>
                </a:solidFill>
              </a:rPr>
              <a:t>All endpoints accessible</a:t>
            </a:r>
            <a:endParaRPr lang="en-GB" sz="1400" dirty="0">
              <a:solidFill>
                <a:schemeClr val="bg1"/>
              </a:solidFill>
            </a:endParaRPr>
          </a:p>
          <a:p>
            <a:endParaRPr lang="en-GB" sz="1400" dirty="0">
              <a:solidFill>
                <a:schemeClr val="bg1"/>
              </a:solidFill>
            </a:endParaRPr>
          </a:p>
          <a:p>
            <a:r>
              <a:rPr lang="en-GB" sz="1400" dirty="0">
                <a:solidFill>
                  <a:schemeClr val="bg1"/>
                </a:solidFill>
              </a:rPr>
              <a:t>API key required for write operations</a:t>
            </a:r>
          </a:p>
          <a:p>
            <a:endParaRPr lang="en-GB" sz="1400" dirty="0">
              <a:solidFill>
                <a:schemeClr val="bg1"/>
              </a:solidFill>
            </a:endParaRPr>
          </a:p>
        </p:txBody>
      </p:sp>
      <p:sp>
        <p:nvSpPr>
          <p:cNvPr id="9" name="TextBox 8">
            <a:extLst>
              <a:ext uri="{FF2B5EF4-FFF2-40B4-BE49-F238E27FC236}">
                <a16:creationId xmlns:a16="http://schemas.microsoft.com/office/drawing/2014/main" id="{139FDE46-18D3-9E54-A7FD-B0F4CCD9B3F0}"/>
              </a:ext>
            </a:extLst>
          </p:cNvPr>
          <p:cNvSpPr txBox="1"/>
          <p:nvPr/>
        </p:nvSpPr>
        <p:spPr>
          <a:xfrm>
            <a:off x="8265927" y="2019521"/>
            <a:ext cx="3642092" cy="32316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solidFill>
                  <a:schemeClr val="bg1"/>
                </a:solidFill>
              </a:rPr>
              <a:t>Technical Report</a:t>
            </a:r>
          </a:p>
          <a:p>
            <a:endParaRPr lang="en-US" sz="1200" i="1" dirty="0">
              <a:solidFill>
                <a:srgbClr val="FFCC00"/>
              </a:solidFill>
              <a:latin typeface="Calibri"/>
              <a:ea typeface="Calibri"/>
              <a:cs typeface="Calibri"/>
            </a:endParaRPr>
          </a:p>
          <a:p>
            <a:r>
              <a:rPr lang="en-US" sz="1200" i="1">
                <a:solidFill>
                  <a:srgbClr val="FFCC00"/>
                </a:solidFill>
                <a:latin typeface="Calibri"/>
                <a:ea typeface="Calibri"/>
                <a:cs typeface="Calibri"/>
              </a:rPr>
              <a:t>Submitted via Minerva</a:t>
            </a:r>
            <a:endParaRPr lang="en-GB" sz="1200">
              <a:solidFill>
                <a:srgbClr val="000000"/>
              </a:solidFill>
              <a:latin typeface="Calibri"/>
              <a:ea typeface="Calibri"/>
              <a:cs typeface="Calibri"/>
            </a:endParaRPr>
          </a:p>
          <a:p>
            <a:endParaRPr lang="en-GB" dirty="0">
              <a:solidFill>
                <a:schemeClr val="bg1"/>
              </a:solidFill>
            </a:endParaRPr>
          </a:p>
          <a:p>
            <a:r>
              <a:rPr lang="en-GB" sz="1400">
                <a:solidFill>
                  <a:schemeClr val="bg1"/>
                </a:solidFill>
              </a:rPr>
              <a:t>Tech Stack Justification</a:t>
            </a:r>
          </a:p>
          <a:p>
            <a:endParaRPr lang="en-GB" sz="1400" dirty="0">
              <a:solidFill>
                <a:schemeClr val="bg1"/>
              </a:solidFill>
            </a:endParaRPr>
          </a:p>
          <a:p>
            <a:r>
              <a:rPr lang="en-GB" sz="1400">
                <a:solidFill>
                  <a:schemeClr val="bg1"/>
                </a:solidFill>
              </a:rPr>
              <a:t>Design &amp; Architecture</a:t>
            </a:r>
          </a:p>
          <a:p>
            <a:endParaRPr lang="en-GB" sz="1400" dirty="0">
              <a:solidFill>
                <a:schemeClr val="bg1"/>
              </a:solidFill>
            </a:endParaRPr>
          </a:p>
          <a:p>
            <a:r>
              <a:rPr lang="en-GB" sz="1400">
                <a:solidFill>
                  <a:schemeClr val="bg1"/>
                </a:solidFill>
              </a:rPr>
              <a:t>Reflections</a:t>
            </a:r>
          </a:p>
          <a:p>
            <a:endParaRPr lang="en-GB" sz="1400" dirty="0">
              <a:solidFill>
                <a:schemeClr val="bg1"/>
              </a:solidFill>
            </a:endParaRPr>
          </a:p>
          <a:p>
            <a:r>
              <a:rPr lang="en-GB" sz="1400">
                <a:solidFill>
                  <a:schemeClr val="bg1"/>
                </a:solidFill>
              </a:rPr>
              <a:t>Limitations</a:t>
            </a:r>
          </a:p>
          <a:p>
            <a:endParaRPr lang="en-GB" sz="1400" dirty="0">
              <a:solidFill>
                <a:schemeClr val="bg1"/>
              </a:solidFill>
            </a:endParaRPr>
          </a:p>
          <a:p>
            <a:r>
              <a:rPr lang="en-GB" sz="1400">
                <a:solidFill>
                  <a:schemeClr val="bg1"/>
                </a:solidFill>
              </a:rPr>
              <a:t>GenAI Declaration with full chat logs</a:t>
            </a:r>
            <a:endParaRPr lang="en-GB" sz="1400" dirty="0">
              <a:solidFill>
                <a:schemeClr val="bg1"/>
              </a:solidFill>
            </a:endParaRPr>
          </a:p>
          <a:p>
            <a:endParaRPr lang="en-GB" dirty="0">
              <a:solidFill>
                <a:schemeClr val="bg1"/>
              </a:solidFill>
            </a:endParaRPr>
          </a:p>
        </p:txBody>
      </p:sp>
    </p:spTree>
    <p:extLst>
      <p:ext uri="{BB962C8B-B14F-4D97-AF65-F5344CB8AC3E}">
        <p14:creationId xmlns:p14="http://schemas.microsoft.com/office/powerpoint/2010/main" val="660760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B8350B-94C6-0EB9-7BF6-EC8D7A0CAE95}"/>
              </a:ext>
            </a:extLst>
          </p:cNvPr>
          <p:cNvSpPr>
            <a:spLocks noGrp="1"/>
          </p:cNvSpPr>
          <p:nvPr>
            <p:ph type="title"/>
          </p:nvPr>
        </p:nvSpPr>
        <p:spPr>
          <a:xfrm>
            <a:off x="704088" y="914400"/>
            <a:ext cx="3799763" cy="1473200"/>
          </a:xfrm>
        </p:spPr>
        <p:txBody>
          <a:bodyPr>
            <a:normAutofit/>
          </a:bodyPr>
          <a:lstStyle/>
          <a:p>
            <a:r>
              <a:rPr lang="en-GB" sz="3600"/>
              <a:t>Thank  you</a:t>
            </a:r>
          </a:p>
        </p:txBody>
      </p:sp>
      <p:cxnSp>
        <p:nvCxnSpPr>
          <p:cNvPr id="13" name="Straight Connector 12">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Content Placeholder 3" descr="A person wearing a helmet and holding up his hand&#10;&#10;AI-generated content may be incorrect.">
            <a:extLst>
              <a:ext uri="{FF2B5EF4-FFF2-40B4-BE49-F238E27FC236}">
                <a16:creationId xmlns:a16="http://schemas.microsoft.com/office/drawing/2014/main" id="{92C9E85E-CD81-C849-940F-B2E49D2D507F}"/>
              </a:ext>
            </a:extLst>
          </p:cNvPr>
          <p:cNvPicPr>
            <a:picLocks noChangeAspect="1"/>
          </p:cNvPicPr>
          <p:nvPr/>
        </p:nvPicPr>
        <p:blipFill>
          <a:blip r:embed="rId2"/>
          <a:srcRect t="4120" r="2" b="8278"/>
          <a:stretch>
            <a:fillRect/>
          </a:stretch>
        </p:blipFill>
        <p:spPr>
          <a:xfrm>
            <a:off x="4981575" y="735286"/>
            <a:ext cx="6495042" cy="5419642"/>
          </a:xfrm>
          <a:prstGeom prst="rect">
            <a:avLst/>
          </a:prstGeom>
        </p:spPr>
      </p:pic>
    </p:spTree>
    <p:extLst>
      <p:ext uri="{BB962C8B-B14F-4D97-AF65-F5344CB8AC3E}">
        <p14:creationId xmlns:p14="http://schemas.microsoft.com/office/powerpoint/2010/main" val="197996187"/>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11</Slides>
  <Notes>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ChronicleVTI</vt:lpstr>
      <vt:lpstr>FORMULA 1 api  </vt:lpstr>
      <vt:lpstr>Project Overview</vt:lpstr>
      <vt:lpstr>Technology Stack</vt:lpstr>
      <vt:lpstr>Architecture and Design decisions</vt:lpstr>
      <vt:lpstr>Database Design  </vt:lpstr>
      <vt:lpstr>Testing</vt:lpstr>
      <vt:lpstr>API Documentation</vt:lpstr>
      <vt:lpstr>Version control &amp; deployment</vt:lpstr>
      <vt:lpstr>Reflections &amp; Lessons Learned</vt:lpstr>
      <vt:lpstr>Deliverables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731</cp:revision>
  <dcterms:created xsi:type="dcterms:W3CDTF">2026-03-17T03:14:45Z</dcterms:created>
  <dcterms:modified xsi:type="dcterms:W3CDTF">2026-03-18T23:59:12Z</dcterms:modified>
</cp:coreProperties>
</file>